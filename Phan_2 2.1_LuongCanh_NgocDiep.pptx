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handoutMasterIdLst>
    <p:handoutMasterId r:id="rId11"/>
  </p:handoutMasterIdLst>
  <p:sldIdLst>
    <p:sldId id="256" r:id="rId2"/>
    <p:sldId id="263" r:id="rId3"/>
    <p:sldId id="266" r:id="rId4"/>
    <p:sldId id="267" r:id="rId5"/>
    <p:sldId id="268" r:id="rId6"/>
    <p:sldId id="262" r:id="rId7"/>
    <p:sldId id="269" r:id="rId8"/>
    <p:sldId id="270" r:id="rId9"/>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6633"/>
    <a:srgbClr val="0F7200"/>
    <a:srgbClr val="9A7200"/>
    <a:srgbClr val="CC9900"/>
    <a:srgbClr val="000099"/>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585" autoAdjust="0"/>
    <p:restoredTop sz="94660"/>
  </p:normalViewPr>
  <p:slideViewPr>
    <p:cSldViewPr>
      <p:cViewPr varScale="1">
        <p:scale>
          <a:sx n="78" d="100"/>
          <a:sy n="78" d="100"/>
        </p:scale>
        <p:origin x="1368" y="62"/>
      </p:cViewPr>
      <p:guideLst>
        <p:guide orient="horz" pos="2160"/>
        <p:guide pos="2880"/>
      </p:guideLst>
    </p:cSldViewPr>
  </p:slideViewPr>
  <p:notesTextViewPr>
    <p:cViewPr>
      <p:scale>
        <a:sx n="100" d="100"/>
        <a:sy n="100" d="100"/>
      </p:scale>
      <p:origin x="0" y="0"/>
    </p:cViewPr>
  </p:notesTextViewPr>
  <p:notesViewPr>
    <p:cSldViewPr>
      <p:cViewPr varScale="1">
        <p:scale>
          <a:sx n="50" d="100"/>
          <a:sy n="50" d="100"/>
        </p:scale>
        <p:origin x="2708" y="4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1ED3D30-30EE-21CC-C0F8-AEA6FFA9853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248E1D6-9DCC-6E10-D1E0-EA433BCEA88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A1FD9CB-ECB2-40B2-BEDA-74D8D7B7C2F1}" type="datetimeFigureOut">
              <a:rPr lang="en-US" smtClean="0"/>
              <a:t>2/5/2026</a:t>
            </a:fld>
            <a:endParaRPr lang="en-US"/>
          </a:p>
        </p:txBody>
      </p:sp>
      <p:sp>
        <p:nvSpPr>
          <p:cNvPr id="4" name="Footer Placeholder 3">
            <a:extLst>
              <a:ext uri="{FF2B5EF4-FFF2-40B4-BE49-F238E27FC236}">
                <a16:creationId xmlns:a16="http://schemas.microsoft.com/office/drawing/2014/main" id="{B4DE5170-0094-5B8F-8C74-5773AA2B75D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3BE1EC4-606A-01E8-E634-496720D28B2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D1C257-7084-449E-93C9-841FD50BB570}" type="slidenum">
              <a:rPr lang="en-US" smtClean="0"/>
              <a:t>‹#›</a:t>
            </a:fld>
            <a:endParaRPr lang="en-US"/>
          </a:p>
        </p:txBody>
      </p:sp>
    </p:spTree>
    <p:extLst>
      <p:ext uri="{BB962C8B-B14F-4D97-AF65-F5344CB8AC3E}">
        <p14:creationId xmlns:p14="http://schemas.microsoft.com/office/powerpoint/2010/main" val="31156236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612DE8-CF2D-4346-8044-2093689BBFFE}" type="datetimeFigureOut">
              <a:rPr lang="en-US" smtClean="0"/>
              <a:t>2/5/2026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0E8F6F-775C-44B7-B366-F472ACF56707}" type="slidenum">
              <a:rPr lang="en-US" smtClean="0"/>
              <a:t>‹#›</a:t>
            </a:fld>
            <a:endParaRPr lang="en-US"/>
          </a:p>
        </p:txBody>
      </p:sp>
    </p:spTree>
    <p:extLst>
      <p:ext uri="{BB962C8B-B14F-4D97-AF65-F5344CB8AC3E}">
        <p14:creationId xmlns:p14="http://schemas.microsoft.com/office/powerpoint/2010/main" val="31416610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12716CEC-4EB7-4AF5-B8B4-13A4AA74F184}"/>
              </a:ext>
            </a:extLst>
          </p:cNvPr>
          <p:cNvSpPr>
            <a:spLocks noGrp="1" noChangeArrowheads="1"/>
          </p:cNvSpPr>
          <p:nvPr>
            <p:ph type="ctrTitle"/>
          </p:nvPr>
        </p:nvSpPr>
        <p:spPr>
          <a:xfrm>
            <a:off x="719138" y="2130425"/>
            <a:ext cx="7772400" cy="1470025"/>
          </a:xfrm>
        </p:spPr>
        <p:txBody>
          <a:bodyPr/>
          <a:lstStyle>
            <a:lvl1pPr>
              <a:defRPr sz="3600"/>
            </a:lvl1pPr>
          </a:lstStyle>
          <a:p>
            <a:pPr lvl="0"/>
            <a:r>
              <a:rPr lang="en-US" altLang="en-US" noProof="0" dirty="0"/>
              <a:t>Click to edit Master title style</a:t>
            </a:r>
          </a:p>
        </p:txBody>
      </p:sp>
      <p:sp>
        <p:nvSpPr>
          <p:cNvPr id="16387" name="Rectangle 3">
            <a:extLst>
              <a:ext uri="{FF2B5EF4-FFF2-40B4-BE49-F238E27FC236}">
                <a16:creationId xmlns:a16="http://schemas.microsoft.com/office/drawing/2014/main" id="{7A8B1175-CAAE-4DE1-9BCE-EE12E1548589}"/>
              </a:ext>
            </a:extLst>
          </p:cNvPr>
          <p:cNvSpPr>
            <a:spLocks noGrp="1" noChangeArrowheads="1"/>
          </p:cNvSpPr>
          <p:nvPr>
            <p:ph type="subTitle" idx="1"/>
          </p:nvPr>
        </p:nvSpPr>
        <p:spPr>
          <a:xfrm>
            <a:off x="1371600" y="3886200"/>
            <a:ext cx="6400800" cy="1752600"/>
          </a:xfrm>
        </p:spPr>
        <p:txBody>
          <a:bodyPr/>
          <a:lstStyle>
            <a:lvl1pPr marL="0" indent="0" algn="l">
              <a:buFontTx/>
              <a:buNone/>
              <a:defRPr sz="3200" b="1" i="0">
                <a:solidFill>
                  <a:schemeClr val="tx1"/>
                </a:solidFill>
                <a:latin typeface="Times New Roman" panose="02020603050405020304" pitchFamily="18" charset="0"/>
                <a:cs typeface="Times New Roman" panose="02020603050405020304" pitchFamily="18" charset="0"/>
              </a:defRPr>
            </a:lvl1pPr>
          </a:lstStyle>
          <a:p>
            <a:pPr lvl="0"/>
            <a:r>
              <a:rPr lang="en-US" altLang="en-US" noProof="0" dirty="0"/>
              <a:t>Click to edit Master subtitle style</a:t>
            </a:r>
          </a:p>
        </p:txBody>
      </p:sp>
      <p:sp>
        <p:nvSpPr>
          <p:cNvPr id="16388" name="Rectangle 4">
            <a:extLst>
              <a:ext uri="{FF2B5EF4-FFF2-40B4-BE49-F238E27FC236}">
                <a16:creationId xmlns:a16="http://schemas.microsoft.com/office/drawing/2014/main" id="{4EFCFD27-3C59-440E-9355-8E61DE9E9F61}"/>
              </a:ext>
            </a:extLst>
          </p:cNvPr>
          <p:cNvSpPr>
            <a:spLocks noGrp="1" noChangeArrowheads="1"/>
          </p:cNvSpPr>
          <p:nvPr>
            <p:ph type="dt" sz="half" idx="2"/>
          </p:nvPr>
        </p:nvSpPr>
        <p:spPr>
          <a:xfrm>
            <a:off x="609600" y="6245225"/>
            <a:ext cx="1981200" cy="476250"/>
          </a:xfrm>
        </p:spPr>
        <p:txBody>
          <a:bodyPr/>
          <a:lstStyle>
            <a:lvl1pPr>
              <a:defRPr/>
            </a:lvl1pPr>
          </a:lstStyle>
          <a:p>
            <a:endParaRPr lang="en-US" altLang="en-US"/>
          </a:p>
        </p:txBody>
      </p:sp>
      <p:sp>
        <p:nvSpPr>
          <p:cNvPr id="16389" name="Rectangle 5">
            <a:extLst>
              <a:ext uri="{FF2B5EF4-FFF2-40B4-BE49-F238E27FC236}">
                <a16:creationId xmlns:a16="http://schemas.microsoft.com/office/drawing/2014/main" id="{18A37AE1-76EA-4F7C-89AE-6531C0C56B99}"/>
              </a:ext>
            </a:extLst>
          </p:cNvPr>
          <p:cNvSpPr>
            <a:spLocks noGrp="1" noChangeArrowheads="1"/>
          </p:cNvSpPr>
          <p:nvPr>
            <p:ph type="ftr" sz="quarter" idx="3"/>
          </p:nvPr>
        </p:nvSpPr>
        <p:spPr>
          <a:xfrm>
            <a:off x="3124200" y="6245225"/>
            <a:ext cx="2895600" cy="476250"/>
          </a:xfrm>
        </p:spPr>
        <p:txBody>
          <a:bodyPr/>
          <a:lstStyle>
            <a:lvl1pPr>
              <a:defRPr/>
            </a:lvl1pPr>
          </a:lstStyle>
          <a:p>
            <a:endParaRPr lang="en-US" altLang="en-US"/>
          </a:p>
        </p:txBody>
      </p:sp>
      <p:sp>
        <p:nvSpPr>
          <p:cNvPr id="16390" name="Rectangle 6">
            <a:extLst>
              <a:ext uri="{FF2B5EF4-FFF2-40B4-BE49-F238E27FC236}">
                <a16:creationId xmlns:a16="http://schemas.microsoft.com/office/drawing/2014/main" id="{E348B9C2-253F-43BD-BBE7-0B49698116D7}"/>
              </a:ext>
            </a:extLst>
          </p:cNvPr>
          <p:cNvSpPr>
            <a:spLocks noGrp="1" noChangeArrowheads="1"/>
          </p:cNvSpPr>
          <p:nvPr>
            <p:ph type="sldNum" sz="quarter" idx="4"/>
          </p:nvPr>
        </p:nvSpPr>
        <p:spPr>
          <a:xfrm>
            <a:off x="6716713" y="6230938"/>
            <a:ext cx="2133600" cy="549275"/>
          </a:xfrm>
        </p:spPr>
        <p:txBody>
          <a:bodyPr/>
          <a:lstStyle>
            <a:lvl1pPr>
              <a:defRPr/>
            </a:lvl1pPr>
          </a:lstStyle>
          <a:p>
            <a:endParaRPr lang="vi-VN" altLang="en-US" dirty="0"/>
          </a:p>
          <a:p>
            <a:endParaRPr lang="en-US"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7FED8-62E4-44F9-8635-073E7D21D9FD}"/>
              </a:ext>
            </a:extLst>
          </p:cNvPr>
          <p:cNvSpPr>
            <a:spLocks noGrp="1"/>
          </p:cNvSpPr>
          <p:nvPr>
            <p:ph type="title"/>
          </p:nvPr>
        </p:nvSpPr>
        <p:spPr/>
        <p:txBody>
          <a:bodyPr/>
          <a:lstStyle>
            <a:lvl1pPr>
              <a:defRPr sz="4000">
                <a:solidFill>
                  <a:srgbClr val="996633"/>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804BF88E-6176-40DB-A4F0-5F9D10D14F4A}"/>
              </a:ext>
            </a:extLst>
          </p:cNvPr>
          <p:cNvSpPr>
            <a:spLocks noGrp="1"/>
          </p:cNvSpPr>
          <p:nvPr>
            <p:ph idx="1" hasCustomPrompt="1"/>
          </p:nvPr>
        </p:nvSpPr>
        <p:spPr/>
        <p:txBody>
          <a:bodyPr/>
          <a:lstStyle>
            <a:lvl1pPr marL="457200" indent="-457200">
              <a:buFont typeface="Arial" panose="020B0604020202020204" pitchFamily="34" charset="0"/>
              <a:buChar char="•"/>
              <a:defRPr sz="3200">
                <a:latin typeface="Times New Roman" panose="02020603050405020304" pitchFamily="18" charset="0"/>
                <a:cs typeface="Times New Roman" panose="02020603050405020304" pitchFamily="18" charset="0"/>
              </a:defRPr>
            </a:lvl1pPr>
            <a:lvl2pPr>
              <a:defRPr sz="2800">
                <a:latin typeface="Times New Roman" panose="02020603050405020304" pitchFamily="18" charset="0"/>
                <a:cs typeface="Times New Roman" panose="02020603050405020304" pitchFamily="18" charset="0"/>
              </a:defRPr>
            </a:lvl2pPr>
            <a:lvl3pPr marL="1257300" indent="-342900">
              <a:buFont typeface="Times New Roman" panose="02020603050405020304" pitchFamily="18" charset="0"/>
              <a:buChar char="+"/>
              <a:defRPr sz="2400">
                <a:latin typeface="Times New Roman" panose="02020603050405020304" pitchFamily="18" charset="0"/>
                <a:cs typeface="Times New Roman" panose="02020603050405020304" pitchFamily="18" charset="0"/>
              </a:defRPr>
            </a:lvl3pPr>
            <a:lvl4pPr marL="1714500" indent="-342900">
              <a:buFont typeface="Wingdings" panose="05000000000000000000" pitchFamily="2" charset="2"/>
              <a:buChar char="§"/>
              <a:defRPr sz="2200">
                <a:latin typeface="Times New Roman" panose="02020603050405020304" pitchFamily="18" charset="0"/>
                <a:cs typeface="Times New Roman" panose="02020603050405020304" pitchFamily="18" charset="0"/>
              </a:defRPr>
            </a:lvl4pPr>
            <a:lvl5pPr marL="2171700" indent="-342900">
              <a:buFont typeface="Wingdings" panose="05000000000000000000" pitchFamily="2" charset="2"/>
              <a:buChar char="ü"/>
              <a:defRPr sz="2000">
                <a:latin typeface="Times New Roman" panose="02020603050405020304" pitchFamily="18" charset="0"/>
                <a:cs typeface="Times New Roman" panose="02020603050405020304" pitchFamily="18"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7CD7C81-1B47-4037-B98B-75A1F4012D7D}"/>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615C4BD4-42E2-497A-AD54-B10928A49073}"/>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C2C080A8-4B04-4A76-AD9D-D3373B2CDFD7}"/>
              </a:ext>
            </a:extLst>
          </p:cNvPr>
          <p:cNvSpPr>
            <a:spLocks noGrp="1"/>
          </p:cNvSpPr>
          <p:nvPr>
            <p:ph type="sldNum" sz="quarter" idx="12"/>
          </p:nvPr>
        </p:nvSpPr>
        <p:spPr/>
        <p:txBody>
          <a:bodyPr/>
          <a:lstStyle>
            <a:lvl1pPr>
              <a:defRPr/>
            </a:lvl1pPr>
          </a:lstStyle>
          <a:p>
            <a:fld id="{0F4F63AB-74FF-4D4D-9C96-7E67E70BF8FF}" type="slidenum">
              <a:rPr lang="en-US" altLang="en-US"/>
              <a:pPr/>
              <a:t>‹#›</a:t>
            </a:fld>
            <a:endParaRPr lang="en-US" altLang="en-US"/>
          </a:p>
        </p:txBody>
      </p:sp>
    </p:spTree>
    <p:extLst>
      <p:ext uri="{BB962C8B-B14F-4D97-AF65-F5344CB8AC3E}">
        <p14:creationId xmlns:p14="http://schemas.microsoft.com/office/powerpoint/2010/main" val="29205157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CE863-2F38-493E-AC5F-35F839ABEA4D}"/>
              </a:ext>
            </a:extLst>
          </p:cNvPr>
          <p:cNvSpPr>
            <a:spLocks noGrp="1"/>
          </p:cNvSpPr>
          <p:nvPr>
            <p:ph type="title"/>
          </p:nvPr>
        </p:nvSpPr>
        <p:spPr>
          <a:xfrm>
            <a:off x="623888" y="1709738"/>
            <a:ext cx="7886700" cy="2852737"/>
          </a:xfrm>
        </p:spPr>
        <p:txBody>
          <a:bodyPr anchor="b"/>
          <a:lstStyle>
            <a:lvl1pPr>
              <a:defRPr sz="6000"/>
            </a:lvl1pPr>
          </a:lstStyle>
          <a:p>
            <a:r>
              <a:rPr lang="en-US" dirty="0"/>
              <a:t>Click to edit Master title style</a:t>
            </a:r>
          </a:p>
        </p:txBody>
      </p:sp>
      <p:sp>
        <p:nvSpPr>
          <p:cNvPr id="3" name="Text Placeholder 2">
            <a:extLst>
              <a:ext uri="{FF2B5EF4-FFF2-40B4-BE49-F238E27FC236}">
                <a16:creationId xmlns:a16="http://schemas.microsoft.com/office/drawing/2014/main" id="{EE71EE57-4E33-4768-BDE6-1E42E78CC47E}"/>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4" name="Date Placeholder 3">
            <a:extLst>
              <a:ext uri="{FF2B5EF4-FFF2-40B4-BE49-F238E27FC236}">
                <a16:creationId xmlns:a16="http://schemas.microsoft.com/office/drawing/2014/main" id="{71F47056-25E1-4B67-85BD-73087B72E971}"/>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F94B0AFD-04FE-4D58-8BBC-B3312F4708EF}"/>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8640AEAA-EABC-4389-89FD-1194EAE5C62C}"/>
              </a:ext>
            </a:extLst>
          </p:cNvPr>
          <p:cNvSpPr>
            <a:spLocks noGrp="1"/>
          </p:cNvSpPr>
          <p:nvPr>
            <p:ph type="sldNum" sz="quarter" idx="12"/>
          </p:nvPr>
        </p:nvSpPr>
        <p:spPr/>
        <p:txBody>
          <a:bodyPr/>
          <a:lstStyle>
            <a:lvl1pPr>
              <a:defRPr/>
            </a:lvl1pPr>
          </a:lstStyle>
          <a:p>
            <a:fld id="{0FF88ED3-DC84-4DB0-B233-29AE8689A18E}" type="slidenum">
              <a:rPr lang="en-US" altLang="en-US"/>
              <a:pPr/>
              <a:t>‹#›</a:t>
            </a:fld>
            <a:endParaRPr lang="en-US" altLang="en-US"/>
          </a:p>
        </p:txBody>
      </p:sp>
    </p:spTree>
    <p:extLst>
      <p:ext uri="{BB962C8B-B14F-4D97-AF65-F5344CB8AC3E}">
        <p14:creationId xmlns:p14="http://schemas.microsoft.com/office/powerpoint/2010/main" val="3751073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E3C47-6B83-4D40-8FFA-423CDED83F1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55CE053-7F00-4D26-A49E-468074BDA09E}"/>
              </a:ext>
            </a:extLst>
          </p:cNvPr>
          <p:cNvSpPr>
            <a:spLocks noGrp="1"/>
          </p:cNvSpPr>
          <p:nvPr>
            <p:ph sz="half" idx="1"/>
          </p:nvPr>
        </p:nvSpPr>
        <p:spPr>
          <a:xfrm>
            <a:off x="609600" y="1633538"/>
            <a:ext cx="4038600" cy="46910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77BA0AC-734F-47AA-97FD-4DA7FEF918C4}"/>
              </a:ext>
            </a:extLst>
          </p:cNvPr>
          <p:cNvSpPr>
            <a:spLocks noGrp="1"/>
          </p:cNvSpPr>
          <p:nvPr>
            <p:ph sz="half" idx="2"/>
          </p:nvPr>
        </p:nvSpPr>
        <p:spPr>
          <a:xfrm>
            <a:off x="4800600" y="1633538"/>
            <a:ext cx="4038600" cy="46910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4211179-6CFA-425B-9D7F-2BE02065447E}"/>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AA6E626E-637B-499E-9E2C-ACC64C09C73D}"/>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8177475E-6A5C-42A5-8A22-584439427149}"/>
              </a:ext>
            </a:extLst>
          </p:cNvPr>
          <p:cNvSpPr>
            <a:spLocks noGrp="1"/>
          </p:cNvSpPr>
          <p:nvPr>
            <p:ph type="sldNum" sz="quarter" idx="12"/>
          </p:nvPr>
        </p:nvSpPr>
        <p:spPr/>
        <p:txBody>
          <a:bodyPr/>
          <a:lstStyle>
            <a:lvl1pPr>
              <a:defRPr/>
            </a:lvl1pPr>
          </a:lstStyle>
          <a:p>
            <a:fld id="{3D79D017-4D2B-4917-98EC-EFDC1350D1A8}" type="slidenum">
              <a:rPr lang="en-US" altLang="en-US"/>
              <a:pPr/>
              <a:t>‹#›</a:t>
            </a:fld>
            <a:endParaRPr lang="en-US" altLang="en-US"/>
          </a:p>
        </p:txBody>
      </p:sp>
    </p:spTree>
    <p:extLst>
      <p:ext uri="{BB962C8B-B14F-4D97-AF65-F5344CB8AC3E}">
        <p14:creationId xmlns:p14="http://schemas.microsoft.com/office/powerpoint/2010/main" val="13733988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1F325-80E3-4F90-BD69-5037DB90DF26}"/>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6DC193B-2F0E-4826-9109-B6307A9C06F1}"/>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E4A24B64-B380-470F-9CDE-73C0D43F6775}"/>
              </a:ext>
            </a:extLst>
          </p:cNvPr>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890F4E0-0F61-4F55-8A7A-765984DF7865}"/>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9895C38B-8A04-4272-A3E6-393D95555544}"/>
              </a:ext>
            </a:extLst>
          </p:cNvPr>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46373DA-5867-4829-AD43-C6FCC79A803E}"/>
              </a:ext>
            </a:extLst>
          </p:cNvPr>
          <p:cNvSpPr>
            <a:spLocks noGrp="1"/>
          </p:cNvSpPr>
          <p:nvPr>
            <p:ph type="dt" sz="half" idx="10"/>
          </p:nvPr>
        </p:nvSpPr>
        <p:spPr/>
        <p:txBody>
          <a:bodyPr/>
          <a:lstStyle>
            <a:lvl1pPr>
              <a:defRPr/>
            </a:lvl1pPr>
          </a:lstStyle>
          <a:p>
            <a:endParaRPr lang="en-US" altLang="en-US"/>
          </a:p>
        </p:txBody>
      </p:sp>
      <p:sp>
        <p:nvSpPr>
          <p:cNvPr id="8" name="Footer Placeholder 7">
            <a:extLst>
              <a:ext uri="{FF2B5EF4-FFF2-40B4-BE49-F238E27FC236}">
                <a16:creationId xmlns:a16="http://schemas.microsoft.com/office/drawing/2014/main" id="{021764FC-FDFA-416E-997C-F691587D4AF2}"/>
              </a:ext>
            </a:extLst>
          </p:cNvPr>
          <p:cNvSpPr>
            <a:spLocks noGrp="1"/>
          </p:cNvSpPr>
          <p:nvPr>
            <p:ph type="ftr" sz="quarter" idx="11"/>
          </p:nvPr>
        </p:nvSpPr>
        <p:spPr/>
        <p:txBody>
          <a:bodyPr/>
          <a:lstStyle>
            <a:lvl1pPr>
              <a:defRPr/>
            </a:lvl1pPr>
          </a:lstStyle>
          <a:p>
            <a:endParaRPr lang="en-US" altLang="en-US"/>
          </a:p>
        </p:txBody>
      </p:sp>
      <p:sp>
        <p:nvSpPr>
          <p:cNvPr id="9" name="Slide Number Placeholder 8">
            <a:extLst>
              <a:ext uri="{FF2B5EF4-FFF2-40B4-BE49-F238E27FC236}">
                <a16:creationId xmlns:a16="http://schemas.microsoft.com/office/drawing/2014/main" id="{27E741E6-72FD-4F69-97E8-CAC734DCE79A}"/>
              </a:ext>
            </a:extLst>
          </p:cNvPr>
          <p:cNvSpPr>
            <a:spLocks noGrp="1"/>
          </p:cNvSpPr>
          <p:nvPr>
            <p:ph type="sldNum" sz="quarter" idx="12"/>
          </p:nvPr>
        </p:nvSpPr>
        <p:spPr/>
        <p:txBody>
          <a:bodyPr/>
          <a:lstStyle>
            <a:lvl1pPr>
              <a:defRPr/>
            </a:lvl1pPr>
          </a:lstStyle>
          <a:p>
            <a:fld id="{D3F7F60C-663B-45B5-8BAA-0CD5F56CC8F6}" type="slidenum">
              <a:rPr lang="en-US" altLang="en-US"/>
              <a:pPr/>
              <a:t>‹#›</a:t>
            </a:fld>
            <a:endParaRPr lang="en-US" altLang="en-US"/>
          </a:p>
        </p:txBody>
      </p:sp>
    </p:spTree>
    <p:extLst>
      <p:ext uri="{BB962C8B-B14F-4D97-AF65-F5344CB8AC3E}">
        <p14:creationId xmlns:p14="http://schemas.microsoft.com/office/powerpoint/2010/main" val="22621120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2B71A-EE87-467A-AD67-4ECCFB0E52E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6EB2EF-2DBC-41CB-8232-B6E49BCBA6FA}"/>
              </a:ext>
            </a:extLst>
          </p:cNvPr>
          <p:cNvSpPr>
            <a:spLocks noGrp="1"/>
          </p:cNvSpPr>
          <p:nvPr>
            <p:ph type="dt" sz="half" idx="10"/>
          </p:nvPr>
        </p:nvSpPr>
        <p:spPr/>
        <p:txBody>
          <a:bodyPr/>
          <a:lstStyle>
            <a:lvl1pPr>
              <a:defRPr/>
            </a:lvl1pPr>
          </a:lstStyle>
          <a:p>
            <a:endParaRPr lang="en-US" altLang="en-US"/>
          </a:p>
        </p:txBody>
      </p:sp>
      <p:sp>
        <p:nvSpPr>
          <p:cNvPr id="4" name="Footer Placeholder 3">
            <a:extLst>
              <a:ext uri="{FF2B5EF4-FFF2-40B4-BE49-F238E27FC236}">
                <a16:creationId xmlns:a16="http://schemas.microsoft.com/office/drawing/2014/main" id="{EA583847-6C7C-4715-98B9-D40636DA2722}"/>
              </a:ext>
            </a:extLst>
          </p:cNvPr>
          <p:cNvSpPr>
            <a:spLocks noGrp="1"/>
          </p:cNvSpPr>
          <p:nvPr>
            <p:ph type="ftr" sz="quarter" idx="11"/>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5F0D5148-3F8F-464B-A3E1-5F680B454153}"/>
              </a:ext>
            </a:extLst>
          </p:cNvPr>
          <p:cNvSpPr>
            <a:spLocks noGrp="1"/>
          </p:cNvSpPr>
          <p:nvPr>
            <p:ph type="sldNum" sz="quarter" idx="12"/>
          </p:nvPr>
        </p:nvSpPr>
        <p:spPr/>
        <p:txBody>
          <a:bodyPr/>
          <a:lstStyle>
            <a:lvl1pPr>
              <a:defRPr/>
            </a:lvl1pPr>
          </a:lstStyle>
          <a:p>
            <a:fld id="{C49BD403-5F74-427A-8423-78614D45D9C1}" type="slidenum">
              <a:rPr lang="en-US" altLang="en-US"/>
              <a:pPr/>
              <a:t>‹#›</a:t>
            </a:fld>
            <a:endParaRPr lang="en-US" altLang="en-US"/>
          </a:p>
        </p:txBody>
      </p:sp>
    </p:spTree>
    <p:extLst>
      <p:ext uri="{BB962C8B-B14F-4D97-AF65-F5344CB8AC3E}">
        <p14:creationId xmlns:p14="http://schemas.microsoft.com/office/powerpoint/2010/main" val="1290208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0D4DB3-3677-453C-AD63-255313C4E429}"/>
              </a:ext>
            </a:extLst>
          </p:cNvPr>
          <p:cNvSpPr>
            <a:spLocks noGrp="1"/>
          </p:cNvSpPr>
          <p:nvPr>
            <p:ph type="dt" sz="half" idx="10"/>
          </p:nvPr>
        </p:nvSpPr>
        <p:spPr/>
        <p:txBody>
          <a:bodyPr/>
          <a:lstStyle>
            <a:lvl1pPr>
              <a:defRPr/>
            </a:lvl1pPr>
          </a:lstStyle>
          <a:p>
            <a:endParaRPr lang="en-US" altLang="en-US"/>
          </a:p>
        </p:txBody>
      </p:sp>
      <p:sp>
        <p:nvSpPr>
          <p:cNvPr id="3" name="Footer Placeholder 2">
            <a:extLst>
              <a:ext uri="{FF2B5EF4-FFF2-40B4-BE49-F238E27FC236}">
                <a16:creationId xmlns:a16="http://schemas.microsoft.com/office/drawing/2014/main" id="{991E578C-2E20-4473-943A-093C5C3141E8}"/>
              </a:ext>
            </a:extLst>
          </p:cNvPr>
          <p:cNvSpPr>
            <a:spLocks noGrp="1"/>
          </p:cNvSpPr>
          <p:nvPr>
            <p:ph type="ftr" sz="quarter" idx="11"/>
          </p:nvPr>
        </p:nvSpPr>
        <p:spPr/>
        <p:txBody>
          <a:bodyPr/>
          <a:lstStyle>
            <a:lvl1pPr>
              <a:defRPr/>
            </a:lvl1pPr>
          </a:lstStyle>
          <a:p>
            <a:endParaRPr lang="en-US" altLang="en-US"/>
          </a:p>
        </p:txBody>
      </p:sp>
      <p:sp>
        <p:nvSpPr>
          <p:cNvPr id="4" name="Slide Number Placeholder 3">
            <a:extLst>
              <a:ext uri="{FF2B5EF4-FFF2-40B4-BE49-F238E27FC236}">
                <a16:creationId xmlns:a16="http://schemas.microsoft.com/office/drawing/2014/main" id="{FA3681F5-37CC-4FFE-98C1-BDE69E1382C8}"/>
              </a:ext>
            </a:extLst>
          </p:cNvPr>
          <p:cNvSpPr>
            <a:spLocks noGrp="1"/>
          </p:cNvSpPr>
          <p:nvPr>
            <p:ph type="sldNum" sz="quarter" idx="12"/>
          </p:nvPr>
        </p:nvSpPr>
        <p:spPr/>
        <p:txBody>
          <a:bodyPr/>
          <a:lstStyle>
            <a:lvl1pPr>
              <a:defRPr/>
            </a:lvl1pPr>
          </a:lstStyle>
          <a:p>
            <a:fld id="{A8445B6F-8FF7-4085-BE97-4B03885D15AA}" type="slidenum">
              <a:rPr lang="en-US" altLang="en-US"/>
              <a:pPr/>
              <a:t>‹#›</a:t>
            </a:fld>
            <a:endParaRPr lang="en-US" altLang="en-US"/>
          </a:p>
        </p:txBody>
      </p:sp>
    </p:spTree>
    <p:extLst>
      <p:ext uri="{BB962C8B-B14F-4D97-AF65-F5344CB8AC3E}">
        <p14:creationId xmlns:p14="http://schemas.microsoft.com/office/powerpoint/2010/main" val="30352746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10611-3704-4861-BD88-F503F43FAF86}"/>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9DB25AB-F178-4E56-A78A-D3E5D8B2D9E0}"/>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D8C3404-B5CD-41A1-BD0C-CEB1CDB87330}"/>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8903B3B-2157-4986-A6D1-D21E38C81562}"/>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9A6720C0-253D-4EFB-8A0E-096A4FC7527B}"/>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7B78D71A-2EC3-4B1C-AE98-CEF4BA88B48C}"/>
              </a:ext>
            </a:extLst>
          </p:cNvPr>
          <p:cNvSpPr>
            <a:spLocks noGrp="1"/>
          </p:cNvSpPr>
          <p:nvPr>
            <p:ph type="sldNum" sz="quarter" idx="12"/>
          </p:nvPr>
        </p:nvSpPr>
        <p:spPr/>
        <p:txBody>
          <a:bodyPr/>
          <a:lstStyle>
            <a:lvl1pPr>
              <a:defRPr/>
            </a:lvl1pPr>
          </a:lstStyle>
          <a:p>
            <a:fld id="{75A644C7-8C57-4BC2-BD31-5EE7CB8540FD}" type="slidenum">
              <a:rPr lang="en-US" altLang="en-US"/>
              <a:pPr/>
              <a:t>‹#›</a:t>
            </a:fld>
            <a:endParaRPr lang="en-US" altLang="en-US"/>
          </a:p>
        </p:txBody>
      </p:sp>
    </p:spTree>
    <p:extLst>
      <p:ext uri="{BB962C8B-B14F-4D97-AF65-F5344CB8AC3E}">
        <p14:creationId xmlns:p14="http://schemas.microsoft.com/office/powerpoint/2010/main" val="23248753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4A99F-9EE0-4942-BCEE-A1E732C0F4E1}"/>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BA78B66-2785-4358-A99C-30D13EE9AD34}"/>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A38E7B7-693B-436C-ACFB-D578D6C8538B}"/>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D59676D-A17F-46ED-B322-996E92CC669D}"/>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6398B656-A461-4B3F-8ECD-A1C58EEC5D5D}"/>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F705B36D-F955-462B-899C-F46A6F9E5B53}"/>
              </a:ext>
            </a:extLst>
          </p:cNvPr>
          <p:cNvSpPr>
            <a:spLocks noGrp="1"/>
          </p:cNvSpPr>
          <p:nvPr>
            <p:ph type="sldNum" sz="quarter" idx="12"/>
          </p:nvPr>
        </p:nvSpPr>
        <p:spPr/>
        <p:txBody>
          <a:bodyPr/>
          <a:lstStyle>
            <a:lvl1pPr>
              <a:defRPr/>
            </a:lvl1pPr>
          </a:lstStyle>
          <a:p>
            <a:fld id="{2B64E658-6E24-430E-B2BE-9BADE501346F}" type="slidenum">
              <a:rPr lang="en-US" altLang="en-US"/>
              <a:pPr/>
              <a:t>‹#›</a:t>
            </a:fld>
            <a:endParaRPr lang="en-US" altLang="en-US"/>
          </a:p>
        </p:txBody>
      </p:sp>
    </p:spTree>
    <p:extLst>
      <p:ext uri="{BB962C8B-B14F-4D97-AF65-F5344CB8AC3E}">
        <p14:creationId xmlns:p14="http://schemas.microsoft.com/office/powerpoint/2010/main" val="14596524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22BBF-5276-4192-BA57-B0752687F9A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B8C078B-EB7B-44AD-A4C2-B8DC31D9B6F6}"/>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07DE7E-9122-41D3-A66E-3CDCBCE9C20E}"/>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6AF65EA4-62DF-493C-B19B-64550981D578}"/>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564301BB-D36E-4AE2-BE8A-E50EB27CA2B1}"/>
              </a:ext>
            </a:extLst>
          </p:cNvPr>
          <p:cNvSpPr>
            <a:spLocks noGrp="1"/>
          </p:cNvSpPr>
          <p:nvPr>
            <p:ph type="sldNum" sz="quarter" idx="12"/>
          </p:nvPr>
        </p:nvSpPr>
        <p:spPr/>
        <p:txBody>
          <a:bodyPr/>
          <a:lstStyle>
            <a:lvl1pPr>
              <a:defRPr/>
            </a:lvl1pPr>
          </a:lstStyle>
          <a:p>
            <a:fld id="{8B4A5476-CA43-47FE-BA67-73FA2851AFC8}" type="slidenum">
              <a:rPr lang="en-US" altLang="en-US"/>
              <a:pPr/>
              <a:t>‹#›</a:t>
            </a:fld>
            <a:endParaRPr lang="en-US" altLang="en-US"/>
          </a:p>
        </p:txBody>
      </p:sp>
    </p:spTree>
    <p:extLst>
      <p:ext uri="{BB962C8B-B14F-4D97-AF65-F5344CB8AC3E}">
        <p14:creationId xmlns:p14="http://schemas.microsoft.com/office/powerpoint/2010/main" val="5209175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55C4325-1A15-4599-B036-9FA60518A530}"/>
              </a:ext>
            </a:extLst>
          </p:cNvPr>
          <p:cNvSpPr>
            <a:spLocks noGrp="1"/>
          </p:cNvSpPr>
          <p:nvPr>
            <p:ph type="title" orient="vert"/>
          </p:nvPr>
        </p:nvSpPr>
        <p:spPr>
          <a:xfrm>
            <a:off x="6781800" y="282575"/>
            <a:ext cx="2057400" cy="6042025"/>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792199C-8BFD-4358-9055-518928EAE0B9}"/>
              </a:ext>
            </a:extLst>
          </p:cNvPr>
          <p:cNvSpPr>
            <a:spLocks noGrp="1"/>
          </p:cNvSpPr>
          <p:nvPr>
            <p:ph type="body" orient="vert" idx="1"/>
          </p:nvPr>
        </p:nvSpPr>
        <p:spPr>
          <a:xfrm>
            <a:off x="609600" y="282575"/>
            <a:ext cx="6019800" cy="60420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64E68E-040F-4912-9B7B-725CFB7D6315}"/>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0D139E95-5F5B-4E87-9B2F-A9A70957AB00}"/>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9C4FE7F3-EC17-415F-863D-DF17690ED1C0}"/>
              </a:ext>
            </a:extLst>
          </p:cNvPr>
          <p:cNvSpPr>
            <a:spLocks noGrp="1"/>
          </p:cNvSpPr>
          <p:nvPr>
            <p:ph type="sldNum" sz="quarter" idx="12"/>
          </p:nvPr>
        </p:nvSpPr>
        <p:spPr/>
        <p:txBody>
          <a:bodyPr/>
          <a:lstStyle>
            <a:lvl1pPr>
              <a:defRPr/>
            </a:lvl1pPr>
          </a:lstStyle>
          <a:p>
            <a:fld id="{74DC5CE5-D93D-42E1-A365-D1BB034BB8AD}" type="slidenum">
              <a:rPr lang="en-US" altLang="en-US"/>
              <a:pPr/>
              <a:t>‹#›</a:t>
            </a:fld>
            <a:endParaRPr lang="en-US" altLang="en-US"/>
          </a:p>
        </p:txBody>
      </p:sp>
    </p:spTree>
    <p:extLst>
      <p:ext uri="{BB962C8B-B14F-4D97-AF65-F5344CB8AC3E}">
        <p14:creationId xmlns:p14="http://schemas.microsoft.com/office/powerpoint/2010/main" val="437840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01405D41-0CC5-41DF-A29F-0509945FC107}"/>
              </a:ext>
            </a:extLst>
          </p:cNvPr>
          <p:cNvSpPr>
            <a:spLocks noGrp="1" noChangeArrowheads="1"/>
          </p:cNvSpPr>
          <p:nvPr>
            <p:ph type="title"/>
          </p:nvPr>
        </p:nvSpPr>
        <p:spPr bwMode="auto">
          <a:xfrm>
            <a:off x="1752600" y="282575"/>
            <a:ext cx="7086600" cy="944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dirty="0"/>
              <a:t>Click to edit Master title </a:t>
            </a:r>
          </a:p>
        </p:txBody>
      </p:sp>
      <p:sp>
        <p:nvSpPr>
          <p:cNvPr id="1027" name="Rectangle 3">
            <a:extLst>
              <a:ext uri="{FF2B5EF4-FFF2-40B4-BE49-F238E27FC236}">
                <a16:creationId xmlns:a16="http://schemas.microsoft.com/office/drawing/2014/main" id="{8E07D3DA-2B85-42CC-8062-8B65F67586B0}"/>
              </a:ext>
            </a:extLst>
          </p:cNvPr>
          <p:cNvSpPr>
            <a:spLocks noGrp="1" noChangeArrowheads="1"/>
          </p:cNvSpPr>
          <p:nvPr>
            <p:ph type="body" idx="1"/>
          </p:nvPr>
        </p:nvSpPr>
        <p:spPr bwMode="auto">
          <a:xfrm>
            <a:off x="609600" y="1633538"/>
            <a:ext cx="8229600" cy="4691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8" name="Rectangle 4">
            <a:extLst>
              <a:ext uri="{FF2B5EF4-FFF2-40B4-BE49-F238E27FC236}">
                <a16:creationId xmlns:a16="http://schemas.microsoft.com/office/drawing/2014/main" id="{E07E20C1-4C65-4624-AA2D-747E84F1D3CB}"/>
              </a:ext>
            </a:extLst>
          </p:cNvPr>
          <p:cNvSpPr>
            <a:spLocks noGrp="1" noChangeArrowheads="1"/>
          </p:cNvSpPr>
          <p:nvPr>
            <p:ph type="dt" sz="half" idx="2"/>
          </p:nvPr>
        </p:nvSpPr>
        <p:spPr bwMode="auto">
          <a:xfrm>
            <a:off x="609600" y="6278563"/>
            <a:ext cx="19812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ltLang="en-US"/>
          </a:p>
        </p:txBody>
      </p:sp>
      <p:sp>
        <p:nvSpPr>
          <p:cNvPr id="1029" name="Rectangle 5">
            <a:extLst>
              <a:ext uri="{FF2B5EF4-FFF2-40B4-BE49-F238E27FC236}">
                <a16:creationId xmlns:a16="http://schemas.microsoft.com/office/drawing/2014/main" id="{DF6370B7-BED3-4B38-A932-BD0A5880CB44}"/>
              </a:ext>
            </a:extLst>
          </p:cNvPr>
          <p:cNvSpPr>
            <a:spLocks noGrp="1" noChangeArrowheads="1"/>
          </p:cNvSpPr>
          <p:nvPr>
            <p:ph type="ftr" sz="quarter" idx="3"/>
          </p:nvPr>
        </p:nvSpPr>
        <p:spPr bwMode="auto">
          <a:xfrm>
            <a:off x="2719388" y="62833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US" altLang="en-US"/>
          </a:p>
        </p:txBody>
      </p:sp>
      <p:sp>
        <p:nvSpPr>
          <p:cNvPr id="1030" name="Rectangle 6">
            <a:extLst>
              <a:ext uri="{FF2B5EF4-FFF2-40B4-BE49-F238E27FC236}">
                <a16:creationId xmlns:a16="http://schemas.microsoft.com/office/drawing/2014/main" id="{848F6441-6898-4A31-A185-8673B9B54ACB}"/>
              </a:ext>
            </a:extLst>
          </p:cNvPr>
          <p:cNvSpPr>
            <a:spLocks noGrp="1" noChangeArrowheads="1"/>
          </p:cNvSpPr>
          <p:nvPr>
            <p:ph type="sldNum" sz="quarter" idx="4"/>
          </p:nvPr>
        </p:nvSpPr>
        <p:spPr bwMode="auto">
          <a:xfrm>
            <a:off x="6705600" y="6226175"/>
            <a:ext cx="2133600" cy="554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306FFC55-A7E0-43C6-B48A-D297196E04B7}" type="slidenum">
              <a:rPr lang="en-US" altLang="en-US"/>
              <a:pPr/>
              <a:t>‹#›</a:t>
            </a:fld>
            <a:endParaRPr lang="en-US"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fontAlgn="base">
        <a:spcBef>
          <a:spcPct val="0"/>
        </a:spcBef>
        <a:spcAft>
          <a:spcPct val="0"/>
        </a:spcAft>
        <a:defRPr sz="5000" b="1" kern="1200">
          <a:solidFill>
            <a:srgbClr val="996633"/>
          </a:solidFill>
          <a:latin typeface="Times New Roman" panose="02020603050405020304" pitchFamily="18" charset="0"/>
          <a:ea typeface="+mj-ea"/>
          <a:cs typeface="Times New Roman" panose="02020603050405020304" pitchFamily="18" charset="0"/>
        </a:defRPr>
      </a:lvl1pPr>
      <a:lvl2pPr algn="l" rtl="0" fontAlgn="base">
        <a:spcBef>
          <a:spcPct val="0"/>
        </a:spcBef>
        <a:spcAft>
          <a:spcPct val="0"/>
        </a:spcAft>
        <a:defRPr sz="3200" b="1">
          <a:solidFill>
            <a:srgbClr val="996633"/>
          </a:solidFill>
          <a:latin typeface="Arial" panose="020B0604020202020204" pitchFamily="34" charset="0"/>
        </a:defRPr>
      </a:lvl2pPr>
      <a:lvl3pPr algn="l" rtl="0" fontAlgn="base">
        <a:spcBef>
          <a:spcPct val="0"/>
        </a:spcBef>
        <a:spcAft>
          <a:spcPct val="0"/>
        </a:spcAft>
        <a:defRPr sz="3200" b="1">
          <a:solidFill>
            <a:srgbClr val="996633"/>
          </a:solidFill>
          <a:latin typeface="Arial" panose="020B0604020202020204" pitchFamily="34" charset="0"/>
        </a:defRPr>
      </a:lvl3pPr>
      <a:lvl4pPr algn="l" rtl="0" fontAlgn="base">
        <a:spcBef>
          <a:spcPct val="0"/>
        </a:spcBef>
        <a:spcAft>
          <a:spcPct val="0"/>
        </a:spcAft>
        <a:defRPr sz="3200" b="1">
          <a:solidFill>
            <a:srgbClr val="996633"/>
          </a:solidFill>
          <a:latin typeface="Arial" panose="020B0604020202020204" pitchFamily="34" charset="0"/>
        </a:defRPr>
      </a:lvl4pPr>
      <a:lvl5pPr algn="l" rtl="0" fontAlgn="base">
        <a:spcBef>
          <a:spcPct val="0"/>
        </a:spcBef>
        <a:spcAft>
          <a:spcPct val="0"/>
        </a:spcAft>
        <a:defRPr sz="3200" b="1">
          <a:solidFill>
            <a:srgbClr val="996633"/>
          </a:solidFill>
          <a:latin typeface="Arial" panose="020B0604020202020204" pitchFamily="34" charset="0"/>
        </a:defRPr>
      </a:lvl5pPr>
      <a:lvl6pPr marL="457200" algn="l" rtl="0" fontAlgn="base">
        <a:spcBef>
          <a:spcPct val="0"/>
        </a:spcBef>
        <a:spcAft>
          <a:spcPct val="0"/>
        </a:spcAft>
        <a:defRPr sz="3200" b="1">
          <a:solidFill>
            <a:srgbClr val="996633"/>
          </a:solidFill>
          <a:latin typeface="Arial" panose="020B0604020202020204" pitchFamily="34" charset="0"/>
        </a:defRPr>
      </a:lvl6pPr>
      <a:lvl7pPr marL="914400" algn="l" rtl="0" fontAlgn="base">
        <a:spcBef>
          <a:spcPct val="0"/>
        </a:spcBef>
        <a:spcAft>
          <a:spcPct val="0"/>
        </a:spcAft>
        <a:defRPr sz="3200" b="1">
          <a:solidFill>
            <a:srgbClr val="996633"/>
          </a:solidFill>
          <a:latin typeface="Arial" panose="020B0604020202020204" pitchFamily="34" charset="0"/>
        </a:defRPr>
      </a:lvl7pPr>
      <a:lvl8pPr marL="1371600" algn="l" rtl="0" fontAlgn="base">
        <a:spcBef>
          <a:spcPct val="0"/>
        </a:spcBef>
        <a:spcAft>
          <a:spcPct val="0"/>
        </a:spcAft>
        <a:defRPr sz="3200" b="1">
          <a:solidFill>
            <a:srgbClr val="996633"/>
          </a:solidFill>
          <a:latin typeface="Arial" panose="020B0604020202020204" pitchFamily="34" charset="0"/>
        </a:defRPr>
      </a:lvl8pPr>
      <a:lvl9pPr marL="1828800" algn="l" rtl="0" fontAlgn="base">
        <a:spcBef>
          <a:spcPct val="0"/>
        </a:spcBef>
        <a:spcAft>
          <a:spcPct val="0"/>
        </a:spcAft>
        <a:defRPr sz="3200" b="1">
          <a:solidFill>
            <a:srgbClr val="996633"/>
          </a:solidFill>
          <a:latin typeface="Arial" panose="020B0604020202020204" pitchFamily="34" charset="0"/>
        </a:defRPr>
      </a:lvl9pPr>
    </p:titleStyle>
    <p:bodyStyle>
      <a:lvl1pPr marL="342900" indent="-342900" algn="l" rtl="0" fontAlgn="base">
        <a:spcBef>
          <a:spcPct val="20000"/>
        </a:spcBef>
        <a:spcAft>
          <a:spcPct val="0"/>
        </a:spcAft>
        <a:buChar char="•"/>
        <a:defRPr sz="2900" kern="1200">
          <a:solidFill>
            <a:schemeClr val="tx1"/>
          </a:solidFill>
          <a:latin typeface="+mn-lt"/>
          <a:ea typeface="+mn-ea"/>
          <a:cs typeface="+mn-cs"/>
        </a:defRPr>
      </a:lvl1pPr>
      <a:lvl2pPr marL="742950" indent="-285750" algn="l" rtl="0" fontAlgn="base">
        <a:spcBef>
          <a:spcPct val="20000"/>
        </a:spcBef>
        <a:spcAft>
          <a:spcPct val="0"/>
        </a:spcAft>
        <a:buChar char="–"/>
        <a:defRPr sz="2600" kern="1200">
          <a:solidFill>
            <a:schemeClr val="tx1"/>
          </a:solidFill>
          <a:latin typeface="+mn-lt"/>
          <a:ea typeface="+mn-ea"/>
          <a:cs typeface="+mn-cs"/>
        </a:defRPr>
      </a:lvl2pPr>
      <a:lvl3pPr marL="1143000" indent="-228600" algn="l" rtl="0" fontAlgn="base">
        <a:spcBef>
          <a:spcPct val="20000"/>
        </a:spcBef>
        <a:spcAft>
          <a:spcPct val="0"/>
        </a:spcAft>
        <a:buChar char="•"/>
        <a:defRPr sz="2200" kern="1200">
          <a:solidFill>
            <a:schemeClr val="tx1"/>
          </a:solidFill>
          <a:latin typeface="+mn-lt"/>
          <a:ea typeface="+mn-ea"/>
          <a:cs typeface="+mn-cs"/>
        </a:defRPr>
      </a:lvl3pPr>
      <a:lvl4pPr marL="1600200" indent="-228600" algn="l" rtl="0" fontAlgn="base">
        <a:spcBef>
          <a:spcPct val="20000"/>
        </a:spcBef>
        <a:spcAft>
          <a:spcPct val="0"/>
        </a:spcAft>
        <a:buChar char="–"/>
        <a:defRPr kern="1200">
          <a:solidFill>
            <a:schemeClr val="tx1"/>
          </a:solidFill>
          <a:latin typeface="+mn-lt"/>
          <a:ea typeface="+mn-ea"/>
          <a:cs typeface="+mn-cs"/>
        </a:defRPr>
      </a:lvl4pPr>
      <a:lvl5pPr marL="2057400" indent="-228600" algn="l" rtl="0" fontAlgn="base">
        <a:spcBef>
          <a:spcPct val="20000"/>
        </a:spcBef>
        <a:spcAft>
          <a:spcPct val="0"/>
        </a:spcAft>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 Target="slide8.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1CDA1651-B184-4C83-9729-35D701BE495A}"/>
              </a:ext>
            </a:extLst>
          </p:cNvPr>
          <p:cNvSpPr>
            <a:spLocks noGrp="1" noChangeArrowheads="1"/>
          </p:cNvSpPr>
          <p:nvPr>
            <p:ph type="ctrTitle"/>
          </p:nvPr>
        </p:nvSpPr>
        <p:spPr/>
        <p:txBody>
          <a:bodyPr/>
          <a:lstStyle/>
          <a:p>
            <a:pPr algn="ctr"/>
            <a:r>
              <a:rPr lang="en-US" altLang="en-US" sz="5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BỐ CỤC MỘT BÀI HUYẾT TRÌNH</a:t>
            </a:r>
            <a:r>
              <a:rPr lang="en-US" altLang="en-US" sz="5000" dirty="0"/>
              <a:t> </a:t>
            </a:r>
          </a:p>
        </p:txBody>
      </p:sp>
      <p:sp>
        <p:nvSpPr>
          <p:cNvPr id="2051" name="Rectangle 3">
            <a:extLst>
              <a:ext uri="{FF2B5EF4-FFF2-40B4-BE49-F238E27FC236}">
                <a16:creationId xmlns:a16="http://schemas.microsoft.com/office/drawing/2014/main" id="{80E355BD-3478-446D-BADE-5B579DF2FF15}"/>
              </a:ext>
            </a:extLst>
          </p:cNvPr>
          <p:cNvSpPr>
            <a:spLocks noGrp="1" noChangeArrowheads="1"/>
          </p:cNvSpPr>
          <p:nvPr>
            <p:ph type="subTitle" idx="1"/>
          </p:nvPr>
        </p:nvSpPr>
        <p:spPr/>
        <p:txBody>
          <a:bodyPr/>
          <a:lstStyle/>
          <a:p>
            <a:pPr algn="ctr"/>
            <a:r>
              <a:rPr lang="en-US" altLang="en-US" sz="2800" b="1" dirty="0" err="1">
                <a:solidFill>
                  <a:schemeClr val="tx1"/>
                </a:solidFill>
                <a:latin typeface="Times New Roman" panose="02020603050405020304" pitchFamily="18" charset="0"/>
                <a:cs typeface="Times New Roman" panose="02020603050405020304" pitchFamily="18" charset="0"/>
              </a:rPr>
              <a:t>ThS</a:t>
            </a:r>
            <a:r>
              <a:rPr lang="en-US" altLang="en-US" sz="2800" b="1" dirty="0">
                <a:solidFill>
                  <a:schemeClr val="tx1"/>
                </a:solidFill>
                <a:latin typeface="Times New Roman" panose="02020603050405020304" pitchFamily="18" charset="0"/>
                <a:cs typeface="Times New Roman" panose="02020603050405020304" pitchFamily="18" charset="0"/>
              </a:rPr>
              <a:t>. </a:t>
            </a:r>
            <a:r>
              <a:rPr lang="en-US" altLang="en-US" sz="2800" b="1" dirty="0" err="1">
                <a:solidFill>
                  <a:schemeClr val="tx1"/>
                </a:solidFill>
                <a:latin typeface="Times New Roman" panose="02020603050405020304" pitchFamily="18" charset="0"/>
                <a:cs typeface="Times New Roman" panose="02020603050405020304" pitchFamily="18" charset="0"/>
              </a:rPr>
              <a:t>Họ</a:t>
            </a:r>
            <a:r>
              <a:rPr lang="en-US" altLang="en-US" sz="2800" b="1" dirty="0">
                <a:solidFill>
                  <a:schemeClr val="tx1"/>
                </a:solidFill>
                <a:latin typeface="Times New Roman" panose="02020603050405020304" pitchFamily="18" charset="0"/>
                <a:cs typeface="Times New Roman" panose="02020603050405020304" pitchFamily="18" charset="0"/>
              </a:rPr>
              <a:t> </a:t>
            </a:r>
            <a:r>
              <a:rPr lang="en-US" altLang="en-US" sz="2800" b="1" dirty="0" err="1">
                <a:solidFill>
                  <a:schemeClr val="tx1"/>
                </a:solidFill>
                <a:latin typeface="Times New Roman" panose="02020603050405020304" pitchFamily="18" charset="0"/>
                <a:cs typeface="Times New Roman" panose="02020603050405020304" pitchFamily="18" charset="0"/>
              </a:rPr>
              <a:t>và</a:t>
            </a:r>
            <a:r>
              <a:rPr lang="en-US" altLang="en-US" sz="2800" b="1" dirty="0">
                <a:solidFill>
                  <a:schemeClr val="tx1"/>
                </a:solidFill>
                <a:latin typeface="Times New Roman" panose="02020603050405020304" pitchFamily="18" charset="0"/>
                <a:cs typeface="Times New Roman" panose="02020603050405020304" pitchFamily="18" charset="0"/>
              </a:rPr>
              <a:t> </a:t>
            </a:r>
            <a:r>
              <a:rPr lang="en-US" altLang="en-US" sz="2800" b="1" dirty="0" err="1">
                <a:solidFill>
                  <a:schemeClr val="tx1"/>
                </a:solidFill>
                <a:latin typeface="Times New Roman" panose="02020603050405020304" pitchFamily="18" charset="0"/>
                <a:cs typeface="Times New Roman" panose="02020603050405020304" pitchFamily="18" charset="0"/>
              </a:rPr>
              <a:t>Tên</a:t>
            </a:r>
            <a:r>
              <a:rPr lang="en-US" altLang="en-US" sz="2800" b="1" dirty="0">
                <a:solidFill>
                  <a:schemeClr val="tx1"/>
                </a:solidFill>
                <a:latin typeface="Times New Roman" panose="02020603050405020304" pitchFamily="18" charset="0"/>
                <a:cs typeface="Times New Roman" panose="02020603050405020304" pitchFamily="18" charset="0"/>
              </a:rPr>
              <a:t> </a:t>
            </a:r>
          </a:p>
        </p:txBody>
      </p:sp>
      <p:sp>
        <p:nvSpPr>
          <p:cNvPr id="2" name="TextBox 1"/>
          <p:cNvSpPr txBox="1"/>
          <p:nvPr/>
        </p:nvSpPr>
        <p:spPr>
          <a:xfrm>
            <a:off x="4800600" y="5447545"/>
            <a:ext cx="4038600" cy="400110"/>
          </a:xfrm>
          <a:prstGeom prst="rect">
            <a:avLst/>
          </a:prstGeom>
          <a:noFill/>
        </p:spPr>
        <p:txBody>
          <a:bodyPr wrap="square" rtlCol="0">
            <a:spAutoFit/>
          </a:bodyPr>
          <a:lstStyle/>
          <a:p>
            <a:r>
              <a:rPr lang="en-US" sz="2000" b="1" dirty="0" err="1">
                <a:latin typeface="Times New Roman" panose="02020603050405020304" pitchFamily="18" charset="0"/>
                <a:cs typeface="Times New Roman" panose="02020603050405020304" pitchFamily="18" charset="0"/>
              </a:rPr>
              <a:t>Trích</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từ</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Tủ</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sách</a:t>
            </a:r>
            <a:r>
              <a:rPr lang="en-US" sz="2000" b="1" dirty="0">
                <a:latin typeface="Times New Roman" panose="02020603050405020304" pitchFamily="18" charset="0"/>
                <a:cs typeface="Times New Roman" panose="02020603050405020304" pitchFamily="18" charset="0"/>
              </a:rPr>
              <a:t> Khoa </a:t>
            </a:r>
            <a:r>
              <a:rPr lang="en-US" sz="2000" b="1" dirty="0" err="1">
                <a:latin typeface="Times New Roman" panose="02020603050405020304" pitchFamily="18" charset="0"/>
                <a:cs typeface="Times New Roman" panose="02020603050405020304" pitchFamily="18" charset="0"/>
              </a:rPr>
              <a:t>học</a:t>
            </a:r>
            <a:r>
              <a:rPr lang="en-US" sz="2000" b="1" dirty="0">
                <a:latin typeface="Times New Roman" panose="02020603050405020304" pitchFamily="18" charset="0"/>
                <a:cs typeface="Times New Roman" panose="02020603050405020304" pitchFamily="18" charset="0"/>
              </a:rPr>
              <a:t> VLOS</a:t>
            </a:r>
          </a:p>
        </p:txBody>
      </p:sp>
      <p:sp>
        <p:nvSpPr>
          <p:cNvPr id="3" name="Slide Number Placeholder 2">
            <a:extLst>
              <a:ext uri="{FF2B5EF4-FFF2-40B4-BE49-F238E27FC236}">
                <a16:creationId xmlns:a16="http://schemas.microsoft.com/office/drawing/2014/main" id="{600B2F65-86C0-847C-CFDD-B2BDEC34D1B1}"/>
              </a:ext>
            </a:extLst>
          </p:cNvPr>
          <p:cNvSpPr>
            <a:spLocks noGrp="1"/>
          </p:cNvSpPr>
          <p:nvPr>
            <p:ph type="sldNum" sz="quarter" idx="4"/>
          </p:nvPr>
        </p:nvSpPr>
        <p:spPr/>
        <p:txBody>
          <a:bodyPr/>
          <a:lstStyle/>
          <a:p>
            <a:r>
              <a:rPr lang="vi-VN" altLang="en-US" dirty="0"/>
              <a:t>1</a:t>
            </a:r>
          </a:p>
          <a:p>
            <a:endParaRPr lang="vi-VN" altLang="en-US" dirty="0"/>
          </a:p>
          <a:p>
            <a:endParaRPr lang="en-US" altLang="en-US" dirty="0"/>
          </a:p>
        </p:txBody>
      </p:sp>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D09A8D8C-80F7-440C-BEF1-9EFA4CBAAA33}"/>
              </a:ext>
            </a:extLst>
          </p:cNvPr>
          <p:cNvSpPr>
            <a:spLocks noGrp="1" noChangeArrowheads="1"/>
          </p:cNvSpPr>
          <p:nvPr>
            <p:ph type="title"/>
          </p:nvPr>
        </p:nvSpPr>
        <p:spPr/>
        <p:txBody>
          <a:bodyPr/>
          <a:lstStyle/>
          <a:p>
            <a:r>
              <a:rPr lang="en-US" altLang="en-US" dirty="0" err="1"/>
              <a:t>Giới</a:t>
            </a:r>
            <a:r>
              <a:rPr lang="en-US" altLang="en-US" dirty="0"/>
              <a:t> </a:t>
            </a:r>
            <a:r>
              <a:rPr lang="en-US" altLang="en-US" dirty="0" err="1"/>
              <a:t>thiệu</a:t>
            </a:r>
            <a:endParaRPr lang="en-US" altLang="en-US" dirty="0"/>
          </a:p>
        </p:txBody>
      </p:sp>
      <p:sp>
        <p:nvSpPr>
          <p:cNvPr id="25603" name="Rectangle 3">
            <a:extLst>
              <a:ext uri="{FF2B5EF4-FFF2-40B4-BE49-F238E27FC236}">
                <a16:creationId xmlns:a16="http://schemas.microsoft.com/office/drawing/2014/main" id="{2EE127BF-401A-4C36-A14A-872ADB44AB18}"/>
              </a:ext>
            </a:extLst>
          </p:cNvPr>
          <p:cNvSpPr>
            <a:spLocks noGrp="1" noChangeArrowheads="1"/>
          </p:cNvSpPr>
          <p:nvPr>
            <p:ph idx="1"/>
          </p:nvPr>
        </p:nvSpPr>
        <p:spPr>
          <a:xfrm>
            <a:off x="762000" y="1633538"/>
            <a:ext cx="8077200" cy="4767262"/>
          </a:xfrm>
        </p:spPr>
        <p:txBody>
          <a:bodyPr/>
          <a:lstStyle/>
          <a:p>
            <a:r>
              <a:rPr lang="en-US" altLang="en-US" dirty="0" err="1"/>
              <a:t>Phần</a:t>
            </a:r>
            <a:r>
              <a:rPr lang="en-US" altLang="en-US" dirty="0"/>
              <a:t> </a:t>
            </a:r>
            <a:r>
              <a:rPr lang="en-US" altLang="en-US" dirty="0" err="1"/>
              <a:t>mở</a:t>
            </a:r>
            <a:r>
              <a:rPr lang="en-US" altLang="en-US" dirty="0"/>
              <a:t> </a:t>
            </a:r>
            <a:r>
              <a:rPr lang="en-US" altLang="en-US" dirty="0" err="1"/>
              <a:t>đầu</a:t>
            </a:r>
            <a:r>
              <a:rPr lang="en-US" altLang="en-US" dirty="0"/>
              <a:t>	</a:t>
            </a:r>
          </a:p>
          <a:p>
            <a:pPr lvl="1"/>
            <a:r>
              <a:rPr lang="en-US" altLang="en-US" dirty="0"/>
              <a:t> </a:t>
            </a:r>
            <a:r>
              <a:rPr lang="en-US" altLang="en-US" dirty="0" err="1"/>
              <a:t>Cần</a:t>
            </a:r>
            <a:r>
              <a:rPr lang="en-US" altLang="en-US" dirty="0"/>
              <a:t> </a:t>
            </a:r>
            <a:r>
              <a:rPr lang="en-US" altLang="en-US" dirty="0" err="1"/>
              <a:t>đạt</a:t>
            </a:r>
            <a:r>
              <a:rPr lang="en-US" altLang="en-US" dirty="0"/>
              <a:t> </a:t>
            </a:r>
            <a:r>
              <a:rPr lang="en-US" altLang="en-US" dirty="0" err="1"/>
              <a:t>được</a:t>
            </a:r>
            <a:r>
              <a:rPr lang="en-US" altLang="en-US" dirty="0"/>
              <a:t> </a:t>
            </a:r>
            <a:r>
              <a:rPr lang="en-US" altLang="en-US" dirty="0" err="1"/>
              <a:t>mục</a:t>
            </a:r>
            <a:r>
              <a:rPr lang="en-US" altLang="en-US" dirty="0"/>
              <a:t> </a:t>
            </a:r>
            <a:r>
              <a:rPr lang="en-US" altLang="en-US" dirty="0" err="1"/>
              <a:t>đích</a:t>
            </a:r>
            <a:r>
              <a:rPr lang="en-US" altLang="en-US" dirty="0"/>
              <a:t> </a:t>
            </a:r>
          </a:p>
          <a:p>
            <a:r>
              <a:rPr lang="en-US" altLang="en-US" dirty="0" err="1"/>
              <a:t>Phần</a:t>
            </a:r>
            <a:r>
              <a:rPr lang="en-US" altLang="en-US" dirty="0"/>
              <a:t> </a:t>
            </a:r>
            <a:r>
              <a:rPr lang="en-US" altLang="en-US" dirty="0" err="1"/>
              <a:t>chính</a:t>
            </a:r>
            <a:endParaRPr lang="en-US" altLang="en-US" dirty="0"/>
          </a:p>
          <a:p>
            <a:pPr lvl="1"/>
            <a:r>
              <a:rPr lang="en-US" altLang="en-US" dirty="0" err="1"/>
              <a:t>Đưa</a:t>
            </a:r>
            <a:r>
              <a:rPr lang="en-US" altLang="en-US" dirty="0"/>
              <a:t> </a:t>
            </a:r>
            <a:r>
              <a:rPr lang="en-US" altLang="en-US" dirty="0" err="1"/>
              <a:t>ra</a:t>
            </a:r>
            <a:r>
              <a:rPr lang="en-US" altLang="en-US" dirty="0"/>
              <a:t> </a:t>
            </a:r>
            <a:r>
              <a:rPr lang="en-US" altLang="en-US" dirty="0" err="1"/>
              <a:t>giải</a:t>
            </a:r>
            <a:r>
              <a:rPr lang="en-US" altLang="en-US" dirty="0"/>
              <a:t> </a:t>
            </a:r>
            <a:r>
              <a:rPr lang="en-US" altLang="en-US" dirty="0" err="1"/>
              <a:t>pháp,ý</a:t>
            </a:r>
            <a:r>
              <a:rPr lang="en-US" altLang="en-US" dirty="0"/>
              <a:t> </a:t>
            </a:r>
            <a:r>
              <a:rPr lang="en-US" altLang="en-US" dirty="0" err="1"/>
              <a:t>kiến</a:t>
            </a:r>
            <a:endParaRPr lang="en-US" altLang="en-US" dirty="0"/>
          </a:p>
          <a:p>
            <a:r>
              <a:rPr lang="en-US" altLang="en-US" dirty="0" err="1"/>
              <a:t>Phần</a:t>
            </a:r>
            <a:r>
              <a:rPr lang="en-US" altLang="en-US" dirty="0"/>
              <a:t> </a:t>
            </a:r>
            <a:r>
              <a:rPr lang="en-US" altLang="en-US" dirty="0" err="1"/>
              <a:t>kết</a:t>
            </a:r>
            <a:r>
              <a:rPr lang="en-US" altLang="en-US" dirty="0"/>
              <a:t> </a:t>
            </a:r>
          </a:p>
          <a:p>
            <a:pPr lvl="1"/>
            <a:r>
              <a:rPr lang="en-US" altLang="en-US" dirty="0" err="1"/>
              <a:t>Tóm</a:t>
            </a:r>
            <a:r>
              <a:rPr lang="en-US" altLang="en-US" dirty="0"/>
              <a:t> </a:t>
            </a:r>
            <a:r>
              <a:rPr lang="en-US" altLang="en-US" dirty="0" err="1"/>
              <a:t>tắt</a:t>
            </a:r>
            <a:r>
              <a:rPr lang="en-US" altLang="en-US" dirty="0"/>
              <a:t> </a:t>
            </a:r>
            <a:r>
              <a:rPr lang="en-US" altLang="en-US" dirty="0" err="1"/>
              <a:t>các</a:t>
            </a:r>
            <a:r>
              <a:rPr lang="en-US" altLang="en-US" dirty="0"/>
              <a:t> </a:t>
            </a:r>
            <a:r>
              <a:rPr lang="en-US" altLang="en-US" dirty="0" err="1"/>
              <a:t>nội</a:t>
            </a:r>
            <a:r>
              <a:rPr lang="en-US" altLang="en-US" dirty="0"/>
              <a:t> dung </a:t>
            </a:r>
            <a:r>
              <a:rPr lang="en-US" altLang="en-US" dirty="0" err="1"/>
              <a:t>đã</a:t>
            </a:r>
            <a:r>
              <a:rPr lang="en-US" altLang="en-US" dirty="0"/>
              <a:t> </a:t>
            </a:r>
            <a:r>
              <a:rPr lang="en-US" altLang="en-US" dirty="0" err="1"/>
              <a:t>được</a:t>
            </a:r>
            <a:r>
              <a:rPr lang="en-US" altLang="en-US" dirty="0"/>
              <a:t> </a:t>
            </a:r>
            <a:r>
              <a:rPr lang="en-US" altLang="en-US" dirty="0" err="1"/>
              <a:t>trình</a:t>
            </a:r>
            <a:r>
              <a:rPr lang="en-US" altLang="en-US" dirty="0"/>
              <a:t> </a:t>
            </a:r>
            <a:r>
              <a:rPr lang="en-US" altLang="en-US" dirty="0" err="1"/>
              <a:t>bày</a:t>
            </a:r>
            <a:r>
              <a:rPr lang="en-US" altLang="en-US" dirty="0"/>
              <a:t> </a:t>
            </a:r>
          </a:p>
          <a:p>
            <a:pPr marL="0" indent="0">
              <a:buNone/>
            </a:pPr>
            <a:endParaRPr lang="en-US" altLang="en-US" dirty="0"/>
          </a:p>
          <a:p>
            <a:pPr marL="0" indent="0">
              <a:buNone/>
            </a:pPr>
            <a:r>
              <a:rPr lang="en-US" altLang="en-US" dirty="0"/>
              <a:t> 	</a:t>
            </a:r>
          </a:p>
        </p:txBody>
      </p:sp>
      <p:sp>
        <p:nvSpPr>
          <p:cNvPr id="2" name="Slide Number Placeholder 1">
            <a:extLst>
              <a:ext uri="{FF2B5EF4-FFF2-40B4-BE49-F238E27FC236}">
                <a16:creationId xmlns:a16="http://schemas.microsoft.com/office/drawing/2014/main" id="{DEF54E80-4BF5-86E1-21F0-932287FEAA87}"/>
              </a:ext>
            </a:extLst>
          </p:cNvPr>
          <p:cNvSpPr>
            <a:spLocks noGrp="1"/>
          </p:cNvSpPr>
          <p:nvPr>
            <p:ph type="sldNum" sz="quarter" idx="12"/>
          </p:nvPr>
        </p:nvSpPr>
        <p:spPr/>
        <p:txBody>
          <a:bodyPr/>
          <a:lstStyle/>
          <a:p>
            <a:fld id="{0F4F63AB-74FF-4D4D-9C96-7E67E70BF8FF}" type="slidenum">
              <a:rPr lang="en-US" altLang="en-US" smtClean="0"/>
              <a:pPr/>
              <a:t>2</a:t>
            </a:fld>
            <a:endParaRPr lang="en-US" alt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25602"/>
                                        </p:tgtEl>
                                        <p:attrNameLst>
                                          <p:attrName>style.visibility</p:attrName>
                                        </p:attrNameLst>
                                      </p:cBhvr>
                                      <p:to>
                                        <p:strVal val="visible"/>
                                      </p:to>
                                    </p:set>
                                    <p:animEffect transition="in" filter="barn(inVertical)">
                                      <p:cBhvr>
                                        <p:cTn id="7" dur="500"/>
                                        <p:tgtEl>
                                          <p:spTgt spid="2560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25603">
                                            <p:txEl>
                                              <p:pRg st="0" end="0"/>
                                            </p:txEl>
                                          </p:spTgt>
                                        </p:tgtEl>
                                        <p:attrNameLst>
                                          <p:attrName>style.visibility</p:attrName>
                                        </p:attrNameLst>
                                      </p:cBhvr>
                                      <p:to>
                                        <p:strVal val="visible"/>
                                      </p:to>
                                    </p:set>
                                    <p:animEffect transition="in" filter="barn(inVertical)">
                                      <p:cBhvr>
                                        <p:cTn id="10" dur="500"/>
                                        <p:tgtEl>
                                          <p:spTgt spid="25603">
                                            <p:txEl>
                                              <p:pRg st="0" end="0"/>
                                            </p:txEl>
                                          </p:spTgt>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25603">
                                            <p:txEl>
                                              <p:pRg st="1" end="1"/>
                                            </p:txEl>
                                          </p:spTgt>
                                        </p:tgtEl>
                                        <p:attrNameLst>
                                          <p:attrName>style.visibility</p:attrName>
                                        </p:attrNameLst>
                                      </p:cBhvr>
                                      <p:to>
                                        <p:strVal val="visible"/>
                                      </p:to>
                                    </p:set>
                                    <p:animEffect transition="in" filter="barn(inVertical)">
                                      <p:cBhvr>
                                        <p:cTn id="13" dur="500"/>
                                        <p:tgtEl>
                                          <p:spTgt spid="25603">
                                            <p:txEl>
                                              <p:pRg st="1" end="1"/>
                                            </p:txEl>
                                          </p:spTgt>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25603">
                                            <p:txEl>
                                              <p:pRg st="2" end="2"/>
                                            </p:txEl>
                                          </p:spTgt>
                                        </p:tgtEl>
                                        <p:attrNameLst>
                                          <p:attrName>style.visibility</p:attrName>
                                        </p:attrNameLst>
                                      </p:cBhvr>
                                      <p:to>
                                        <p:strVal val="visible"/>
                                      </p:to>
                                    </p:set>
                                    <p:animEffect transition="in" filter="barn(inVertical)">
                                      <p:cBhvr>
                                        <p:cTn id="16" dur="500"/>
                                        <p:tgtEl>
                                          <p:spTgt spid="25603">
                                            <p:txEl>
                                              <p:pRg st="2" end="2"/>
                                            </p:txEl>
                                          </p:spTgt>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25603">
                                            <p:txEl>
                                              <p:pRg st="3" end="3"/>
                                            </p:txEl>
                                          </p:spTgt>
                                        </p:tgtEl>
                                        <p:attrNameLst>
                                          <p:attrName>style.visibility</p:attrName>
                                        </p:attrNameLst>
                                      </p:cBhvr>
                                      <p:to>
                                        <p:strVal val="visible"/>
                                      </p:to>
                                    </p:set>
                                    <p:animEffect transition="in" filter="barn(inVertical)">
                                      <p:cBhvr>
                                        <p:cTn id="19" dur="500"/>
                                        <p:tgtEl>
                                          <p:spTgt spid="25603">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25603">
                                            <p:txEl>
                                              <p:pRg st="4" end="4"/>
                                            </p:txEl>
                                          </p:spTgt>
                                        </p:tgtEl>
                                        <p:attrNameLst>
                                          <p:attrName>style.visibility</p:attrName>
                                        </p:attrNameLst>
                                      </p:cBhvr>
                                      <p:to>
                                        <p:strVal val="visible"/>
                                      </p:to>
                                    </p:set>
                                    <p:animEffect transition="in" filter="barn(inVertical)">
                                      <p:cBhvr>
                                        <p:cTn id="24" dur="500"/>
                                        <p:tgtEl>
                                          <p:spTgt spid="25603">
                                            <p:txEl>
                                              <p:pRg st="4" end="4"/>
                                            </p:txEl>
                                          </p:spTgt>
                                        </p:tgtEl>
                                      </p:cBhvr>
                                    </p:animEffect>
                                  </p:childTnLst>
                                </p:cTn>
                              </p:par>
                              <p:par>
                                <p:cTn id="25" presetID="16" presetClass="entr" presetSubtype="21" fill="hold" grpId="0" nodeType="withEffect">
                                  <p:stCondLst>
                                    <p:cond delay="0"/>
                                  </p:stCondLst>
                                  <p:childTnLst>
                                    <p:set>
                                      <p:cBhvr>
                                        <p:cTn id="26" dur="1" fill="hold">
                                          <p:stCondLst>
                                            <p:cond delay="0"/>
                                          </p:stCondLst>
                                        </p:cTn>
                                        <p:tgtEl>
                                          <p:spTgt spid="25603">
                                            <p:txEl>
                                              <p:pRg st="5" end="5"/>
                                            </p:txEl>
                                          </p:spTgt>
                                        </p:tgtEl>
                                        <p:attrNameLst>
                                          <p:attrName>style.visibility</p:attrName>
                                        </p:attrNameLst>
                                      </p:cBhvr>
                                      <p:to>
                                        <p:strVal val="visible"/>
                                      </p:to>
                                    </p:set>
                                    <p:animEffect transition="in" filter="barn(inVertical)">
                                      <p:cBhvr>
                                        <p:cTn id="27" dur="500"/>
                                        <p:tgtEl>
                                          <p:spTgt spid="25603">
                                            <p:txEl>
                                              <p:pRg st="5" end="5"/>
                                            </p:txEl>
                                          </p:spTgt>
                                        </p:tgtEl>
                                      </p:cBhvr>
                                    </p:animEffect>
                                  </p:childTnLst>
                                </p:cTn>
                              </p:par>
                              <p:par>
                                <p:cTn id="28" presetID="16" presetClass="entr" presetSubtype="21" fill="hold" grpId="0" nodeType="withEffect">
                                  <p:stCondLst>
                                    <p:cond delay="0"/>
                                  </p:stCondLst>
                                  <p:childTnLst>
                                    <p:set>
                                      <p:cBhvr>
                                        <p:cTn id="29" dur="1" fill="hold">
                                          <p:stCondLst>
                                            <p:cond delay="0"/>
                                          </p:stCondLst>
                                        </p:cTn>
                                        <p:tgtEl>
                                          <p:spTgt spid="25603">
                                            <p:txEl>
                                              <p:pRg st="7" end="7"/>
                                            </p:txEl>
                                          </p:spTgt>
                                        </p:tgtEl>
                                        <p:attrNameLst>
                                          <p:attrName>style.visibility</p:attrName>
                                        </p:attrNameLst>
                                      </p:cBhvr>
                                      <p:to>
                                        <p:strVal val="visible"/>
                                      </p:to>
                                    </p:set>
                                    <p:animEffect transition="in" filter="barn(inVertical)">
                                      <p:cBhvr>
                                        <p:cTn id="30" dur="500"/>
                                        <p:tgtEl>
                                          <p:spTgt spid="2560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p:bldP spid="2560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D09A8D8C-80F7-440C-BEF1-9EFA4CBAAA33}"/>
              </a:ext>
            </a:extLst>
          </p:cNvPr>
          <p:cNvSpPr>
            <a:spLocks noGrp="1" noChangeArrowheads="1"/>
          </p:cNvSpPr>
          <p:nvPr>
            <p:ph type="title"/>
          </p:nvPr>
        </p:nvSpPr>
        <p:spPr/>
        <p:txBody>
          <a:bodyPr/>
          <a:lstStyle/>
          <a:p>
            <a:r>
              <a:rPr lang="en-US" altLang="en-US" dirty="0" err="1"/>
              <a:t>Phần</a:t>
            </a:r>
            <a:r>
              <a:rPr lang="en-US" altLang="en-US" dirty="0"/>
              <a:t> </a:t>
            </a:r>
            <a:r>
              <a:rPr lang="en-US" altLang="en-US" dirty="0" err="1"/>
              <a:t>mở</a:t>
            </a:r>
            <a:r>
              <a:rPr lang="en-US" altLang="en-US" dirty="0"/>
              <a:t> </a:t>
            </a:r>
            <a:r>
              <a:rPr lang="en-US" altLang="en-US" dirty="0" err="1"/>
              <a:t>đầu</a:t>
            </a:r>
            <a:endParaRPr lang="en-US" altLang="en-US" dirty="0"/>
          </a:p>
        </p:txBody>
      </p:sp>
      <p:sp>
        <p:nvSpPr>
          <p:cNvPr id="25603" name="Rectangle 3">
            <a:extLst>
              <a:ext uri="{FF2B5EF4-FFF2-40B4-BE49-F238E27FC236}">
                <a16:creationId xmlns:a16="http://schemas.microsoft.com/office/drawing/2014/main" id="{2EE127BF-401A-4C36-A14A-872ADB44AB18}"/>
              </a:ext>
            </a:extLst>
          </p:cNvPr>
          <p:cNvSpPr>
            <a:spLocks noGrp="1" noChangeArrowheads="1"/>
          </p:cNvSpPr>
          <p:nvPr>
            <p:ph idx="1"/>
          </p:nvPr>
        </p:nvSpPr>
        <p:spPr>
          <a:xfrm>
            <a:off x="762000" y="1633538"/>
            <a:ext cx="8077200" cy="4767262"/>
          </a:xfrm>
        </p:spPr>
        <p:txBody>
          <a:bodyPr/>
          <a:lstStyle/>
          <a:p>
            <a:r>
              <a:rPr lang="en-US" altLang="en-US" dirty="0"/>
              <a:t>Thu </a:t>
            </a:r>
            <a:r>
              <a:rPr lang="en-US" altLang="en-US" dirty="0" err="1"/>
              <a:t>hút</a:t>
            </a:r>
            <a:r>
              <a:rPr lang="en-US" altLang="en-US" dirty="0"/>
              <a:t> </a:t>
            </a:r>
            <a:r>
              <a:rPr lang="en-US" altLang="en-US" dirty="0" err="1"/>
              <a:t>sự</a:t>
            </a:r>
            <a:r>
              <a:rPr lang="en-US" altLang="en-US" dirty="0"/>
              <a:t> </a:t>
            </a:r>
            <a:r>
              <a:rPr lang="en-US" altLang="en-US" dirty="0" err="1"/>
              <a:t>chú</a:t>
            </a:r>
            <a:r>
              <a:rPr lang="en-US" altLang="en-US" dirty="0"/>
              <a:t> ý </a:t>
            </a:r>
            <a:r>
              <a:rPr lang="en-US" altLang="en-US" dirty="0" err="1"/>
              <a:t>của</a:t>
            </a:r>
            <a:r>
              <a:rPr lang="en-US" altLang="en-US" dirty="0"/>
              <a:t> </a:t>
            </a:r>
            <a:r>
              <a:rPr lang="en-US" altLang="en-US" dirty="0" err="1"/>
              <a:t>người</a:t>
            </a:r>
            <a:r>
              <a:rPr lang="en-US" altLang="en-US" dirty="0"/>
              <a:t> </a:t>
            </a:r>
            <a:r>
              <a:rPr lang="en-US" altLang="en-US" dirty="0" err="1"/>
              <a:t>nghe</a:t>
            </a:r>
            <a:r>
              <a:rPr lang="en-US" altLang="en-US" dirty="0"/>
              <a:t> </a:t>
            </a:r>
          </a:p>
          <a:p>
            <a:pPr lvl="1"/>
            <a:r>
              <a:rPr lang="en-US" altLang="en-US" dirty="0"/>
              <a:t> </a:t>
            </a:r>
            <a:r>
              <a:rPr lang="en-US" altLang="en-US" dirty="0" err="1">
                <a:hlinkClick r:id="rId2" action="ppaction://hlinksldjump"/>
              </a:rPr>
              <a:t>sử</a:t>
            </a:r>
            <a:r>
              <a:rPr lang="en-US" altLang="en-US" dirty="0">
                <a:hlinkClick r:id="rId2" action="ppaction://hlinksldjump"/>
              </a:rPr>
              <a:t> </a:t>
            </a:r>
            <a:r>
              <a:rPr lang="en-US" altLang="en-US" dirty="0" err="1">
                <a:hlinkClick r:id="rId2" action="ppaction://hlinksldjump"/>
              </a:rPr>
              <a:t>dụng</a:t>
            </a:r>
            <a:r>
              <a:rPr lang="en-US" altLang="en-US" dirty="0">
                <a:hlinkClick r:id="rId2" action="ppaction://hlinksldjump"/>
              </a:rPr>
              <a:t> </a:t>
            </a:r>
            <a:r>
              <a:rPr lang="en-US" altLang="en-US" dirty="0" err="1">
                <a:hlinkClick r:id="rId2" action="ppaction://hlinksldjump"/>
              </a:rPr>
              <a:t>một</a:t>
            </a:r>
            <a:r>
              <a:rPr lang="en-US" altLang="en-US" dirty="0">
                <a:hlinkClick r:id="rId2" action="ppaction://hlinksldjump"/>
              </a:rPr>
              <a:t> </a:t>
            </a:r>
            <a:r>
              <a:rPr lang="en-US" altLang="en-US" dirty="0" err="1">
                <a:hlinkClick r:id="rId2" action="ppaction://hlinksldjump"/>
              </a:rPr>
              <a:t>đoạn</a:t>
            </a:r>
            <a:r>
              <a:rPr lang="en-US" altLang="en-US" dirty="0">
                <a:hlinkClick r:id="rId2" action="ppaction://hlinksldjump"/>
              </a:rPr>
              <a:t> </a:t>
            </a:r>
            <a:r>
              <a:rPr lang="en-US" altLang="en-US" dirty="0" err="1">
                <a:hlinkClick r:id="rId2" action="ppaction://hlinksldjump"/>
              </a:rPr>
              <a:t>trích</a:t>
            </a:r>
            <a:r>
              <a:rPr lang="en-US" altLang="en-US" dirty="0">
                <a:hlinkClick r:id="rId2" action="ppaction://hlinksldjump"/>
              </a:rPr>
              <a:t> </a:t>
            </a:r>
            <a:r>
              <a:rPr lang="en-US" altLang="en-US" dirty="0" err="1">
                <a:hlinkClick r:id="rId2" action="ppaction://hlinksldjump"/>
              </a:rPr>
              <a:t>dẫn</a:t>
            </a:r>
            <a:r>
              <a:rPr lang="en-US" altLang="en-US" dirty="0">
                <a:hlinkClick r:id="rId2" action="ppaction://hlinksldjump"/>
              </a:rPr>
              <a:t> </a:t>
            </a:r>
            <a:endParaRPr lang="en-US" altLang="en-US" dirty="0"/>
          </a:p>
          <a:p>
            <a:pPr lvl="1"/>
            <a:r>
              <a:rPr lang="en-US" altLang="en-US" dirty="0" err="1"/>
              <a:t>Một</a:t>
            </a:r>
            <a:r>
              <a:rPr lang="en-US" altLang="en-US" dirty="0"/>
              <a:t> </a:t>
            </a:r>
            <a:r>
              <a:rPr lang="en-US" altLang="en-US" dirty="0" err="1"/>
              <a:t>câu</a:t>
            </a:r>
            <a:r>
              <a:rPr lang="en-US" altLang="en-US" dirty="0"/>
              <a:t> </a:t>
            </a:r>
            <a:r>
              <a:rPr lang="en-US" altLang="en-US" dirty="0" err="1"/>
              <a:t>hỏi</a:t>
            </a:r>
            <a:r>
              <a:rPr lang="en-US" altLang="en-US" dirty="0"/>
              <a:t> </a:t>
            </a:r>
          </a:p>
          <a:p>
            <a:pPr lvl="1"/>
            <a:r>
              <a:rPr lang="en-US" altLang="en-US" dirty="0" err="1"/>
              <a:t>Một</a:t>
            </a:r>
            <a:r>
              <a:rPr lang="en-US" altLang="en-US" dirty="0"/>
              <a:t> </a:t>
            </a:r>
            <a:r>
              <a:rPr lang="en-US" altLang="en-US" dirty="0" err="1"/>
              <a:t>lời</a:t>
            </a:r>
            <a:r>
              <a:rPr lang="en-US" altLang="en-US" dirty="0"/>
              <a:t> </a:t>
            </a:r>
            <a:r>
              <a:rPr lang="en-US" altLang="en-US" dirty="0" err="1"/>
              <a:t>hứa</a:t>
            </a:r>
            <a:r>
              <a:rPr lang="en-US" altLang="en-US" dirty="0"/>
              <a:t> </a:t>
            </a:r>
          </a:p>
          <a:p>
            <a:pPr lvl="1"/>
            <a:r>
              <a:rPr lang="en-US" altLang="en-US" dirty="0" err="1"/>
              <a:t>Thậm</a:t>
            </a:r>
            <a:r>
              <a:rPr lang="en-US" altLang="en-US" dirty="0"/>
              <a:t> </a:t>
            </a:r>
            <a:r>
              <a:rPr lang="en-US" altLang="en-US" dirty="0" err="1"/>
              <a:t>chí</a:t>
            </a:r>
            <a:r>
              <a:rPr lang="en-US" altLang="en-US" dirty="0"/>
              <a:t> </a:t>
            </a:r>
            <a:r>
              <a:rPr lang="en-US" altLang="en-US" dirty="0" err="1"/>
              <a:t>làm</a:t>
            </a:r>
            <a:r>
              <a:rPr lang="en-US" altLang="en-US" dirty="0"/>
              <a:t> </a:t>
            </a:r>
            <a:r>
              <a:rPr lang="en-US" altLang="en-US" dirty="0" err="1"/>
              <a:t>mọi</a:t>
            </a:r>
            <a:r>
              <a:rPr lang="en-US" altLang="en-US" dirty="0"/>
              <a:t> </a:t>
            </a:r>
            <a:r>
              <a:rPr lang="en-US" altLang="en-US" dirty="0" err="1"/>
              <a:t>người</a:t>
            </a:r>
            <a:r>
              <a:rPr lang="en-US" altLang="en-US" dirty="0"/>
              <a:t> </a:t>
            </a:r>
            <a:r>
              <a:rPr lang="en-US" altLang="en-US" dirty="0" err="1"/>
              <a:t>phải</a:t>
            </a:r>
            <a:r>
              <a:rPr lang="en-US" altLang="en-US" dirty="0"/>
              <a:t> </a:t>
            </a:r>
            <a:r>
              <a:rPr lang="en-US" altLang="en-US" dirty="0" err="1"/>
              <a:t>hoa</a:t>
            </a:r>
            <a:endParaRPr lang="en-US" altLang="en-US" dirty="0"/>
          </a:p>
          <a:p>
            <a:r>
              <a:rPr lang="en-US" altLang="en-US" dirty="0" err="1"/>
              <a:t>Phần</a:t>
            </a:r>
            <a:r>
              <a:rPr lang="en-US" altLang="en-US" dirty="0"/>
              <a:t> </a:t>
            </a:r>
            <a:r>
              <a:rPr lang="en-US" altLang="en-US" dirty="0" err="1"/>
              <a:t>chính</a:t>
            </a:r>
            <a:endParaRPr lang="en-US" altLang="en-US" dirty="0"/>
          </a:p>
          <a:p>
            <a:pPr lvl="1"/>
            <a:r>
              <a:rPr lang="en-US" altLang="en-US" dirty="0" err="1"/>
              <a:t>Đưa</a:t>
            </a:r>
            <a:r>
              <a:rPr lang="en-US" altLang="en-US" dirty="0"/>
              <a:t> </a:t>
            </a:r>
            <a:r>
              <a:rPr lang="en-US" altLang="en-US" dirty="0" err="1"/>
              <a:t>ra</a:t>
            </a:r>
            <a:r>
              <a:rPr lang="en-US" altLang="en-US" dirty="0"/>
              <a:t> </a:t>
            </a:r>
            <a:r>
              <a:rPr lang="en-US" altLang="en-US" dirty="0" err="1"/>
              <a:t>giải</a:t>
            </a:r>
            <a:r>
              <a:rPr lang="en-US" altLang="en-US" dirty="0"/>
              <a:t> </a:t>
            </a:r>
            <a:r>
              <a:rPr lang="en-US" altLang="en-US" dirty="0" err="1"/>
              <a:t>pháp,ý</a:t>
            </a:r>
            <a:r>
              <a:rPr lang="en-US" altLang="en-US" dirty="0"/>
              <a:t> </a:t>
            </a:r>
            <a:r>
              <a:rPr lang="en-US" altLang="en-US" dirty="0" err="1"/>
              <a:t>kiến</a:t>
            </a:r>
            <a:endParaRPr lang="en-US" altLang="en-US" dirty="0"/>
          </a:p>
          <a:p>
            <a:r>
              <a:rPr lang="en-US" altLang="en-US" dirty="0" err="1"/>
              <a:t>Phần</a:t>
            </a:r>
            <a:r>
              <a:rPr lang="en-US" altLang="en-US" dirty="0"/>
              <a:t> </a:t>
            </a:r>
            <a:r>
              <a:rPr lang="en-US" altLang="en-US" dirty="0" err="1"/>
              <a:t>kết</a:t>
            </a:r>
            <a:r>
              <a:rPr lang="en-US" altLang="en-US" dirty="0"/>
              <a:t> </a:t>
            </a:r>
          </a:p>
          <a:p>
            <a:pPr lvl="1"/>
            <a:r>
              <a:rPr lang="en-US" altLang="en-US" dirty="0" err="1"/>
              <a:t>Tóm</a:t>
            </a:r>
            <a:r>
              <a:rPr lang="en-US" altLang="en-US" dirty="0"/>
              <a:t> </a:t>
            </a:r>
            <a:r>
              <a:rPr lang="en-US" altLang="en-US" dirty="0" err="1"/>
              <a:t>tắt</a:t>
            </a:r>
            <a:r>
              <a:rPr lang="en-US" altLang="en-US" dirty="0"/>
              <a:t> </a:t>
            </a:r>
            <a:r>
              <a:rPr lang="en-US" altLang="en-US" dirty="0" err="1"/>
              <a:t>các</a:t>
            </a:r>
            <a:r>
              <a:rPr lang="en-US" altLang="en-US" dirty="0"/>
              <a:t> </a:t>
            </a:r>
            <a:r>
              <a:rPr lang="en-US" altLang="en-US" dirty="0" err="1"/>
              <a:t>nội</a:t>
            </a:r>
            <a:r>
              <a:rPr lang="en-US" altLang="en-US" dirty="0"/>
              <a:t> dung </a:t>
            </a:r>
            <a:r>
              <a:rPr lang="en-US" altLang="en-US" dirty="0" err="1"/>
              <a:t>đã</a:t>
            </a:r>
            <a:r>
              <a:rPr lang="en-US" altLang="en-US" dirty="0"/>
              <a:t> </a:t>
            </a:r>
            <a:r>
              <a:rPr lang="en-US" altLang="en-US" dirty="0" err="1"/>
              <a:t>được</a:t>
            </a:r>
            <a:r>
              <a:rPr lang="en-US" altLang="en-US" dirty="0"/>
              <a:t> </a:t>
            </a:r>
            <a:r>
              <a:rPr lang="en-US" altLang="en-US" dirty="0" err="1"/>
              <a:t>trình</a:t>
            </a:r>
            <a:r>
              <a:rPr lang="en-US" altLang="en-US" dirty="0"/>
              <a:t> </a:t>
            </a:r>
            <a:r>
              <a:rPr lang="en-US" altLang="en-US" dirty="0" err="1"/>
              <a:t>bày</a:t>
            </a:r>
            <a:r>
              <a:rPr lang="en-US" altLang="en-US" dirty="0"/>
              <a:t> </a:t>
            </a:r>
          </a:p>
          <a:p>
            <a:pPr marL="0" indent="0">
              <a:buNone/>
            </a:pPr>
            <a:endParaRPr lang="en-US" altLang="en-US" dirty="0"/>
          </a:p>
          <a:p>
            <a:pPr marL="0" indent="0">
              <a:buNone/>
            </a:pPr>
            <a:r>
              <a:rPr lang="en-US" altLang="en-US" dirty="0"/>
              <a:t> 	</a:t>
            </a:r>
          </a:p>
        </p:txBody>
      </p:sp>
      <p:sp>
        <p:nvSpPr>
          <p:cNvPr id="2" name="Slide Number Placeholder 1">
            <a:extLst>
              <a:ext uri="{FF2B5EF4-FFF2-40B4-BE49-F238E27FC236}">
                <a16:creationId xmlns:a16="http://schemas.microsoft.com/office/drawing/2014/main" id="{A5B9141A-B976-C971-B781-3C49581BD93B}"/>
              </a:ext>
            </a:extLst>
          </p:cNvPr>
          <p:cNvSpPr>
            <a:spLocks noGrp="1"/>
          </p:cNvSpPr>
          <p:nvPr>
            <p:ph type="sldNum" sz="quarter" idx="12"/>
          </p:nvPr>
        </p:nvSpPr>
        <p:spPr/>
        <p:txBody>
          <a:bodyPr/>
          <a:lstStyle/>
          <a:p>
            <a:fld id="{0F4F63AB-74FF-4D4D-9C96-7E67E70BF8FF}" type="slidenum">
              <a:rPr lang="en-US" altLang="en-US" smtClean="0"/>
              <a:pPr/>
              <a:t>3</a:t>
            </a:fld>
            <a:endParaRPr lang="en-US" altLang="en-US"/>
          </a:p>
        </p:txBody>
      </p:sp>
    </p:spTree>
    <p:extLst>
      <p:ext uri="{BB962C8B-B14F-4D97-AF65-F5344CB8AC3E}">
        <p14:creationId xmlns:p14="http://schemas.microsoft.com/office/powerpoint/2010/main" val="93883892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25602"/>
                                        </p:tgtEl>
                                        <p:attrNameLst>
                                          <p:attrName>style.visibility</p:attrName>
                                        </p:attrNameLst>
                                      </p:cBhvr>
                                      <p:to>
                                        <p:strVal val="visible"/>
                                      </p:to>
                                    </p:set>
                                    <p:animEffect transition="in" filter="barn(inVertical)">
                                      <p:cBhvr>
                                        <p:cTn id="7" dur="500"/>
                                        <p:tgtEl>
                                          <p:spTgt spid="2560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25603">
                                            <p:txEl>
                                              <p:pRg st="0" end="0"/>
                                            </p:txEl>
                                          </p:spTgt>
                                        </p:tgtEl>
                                        <p:attrNameLst>
                                          <p:attrName>style.visibility</p:attrName>
                                        </p:attrNameLst>
                                      </p:cBhvr>
                                      <p:to>
                                        <p:strVal val="visible"/>
                                      </p:to>
                                    </p:set>
                                    <p:animEffect transition="in" filter="barn(inVertical)">
                                      <p:cBhvr>
                                        <p:cTn id="10" dur="500"/>
                                        <p:tgtEl>
                                          <p:spTgt spid="25603">
                                            <p:txEl>
                                              <p:pRg st="0" end="0"/>
                                            </p:txEl>
                                          </p:spTgt>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25603">
                                            <p:txEl>
                                              <p:pRg st="1" end="1"/>
                                            </p:txEl>
                                          </p:spTgt>
                                        </p:tgtEl>
                                        <p:attrNameLst>
                                          <p:attrName>style.visibility</p:attrName>
                                        </p:attrNameLst>
                                      </p:cBhvr>
                                      <p:to>
                                        <p:strVal val="visible"/>
                                      </p:to>
                                    </p:set>
                                    <p:animEffect transition="in" filter="barn(inVertical)">
                                      <p:cBhvr>
                                        <p:cTn id="13" dur="500"/>
                                        <p:tgtEl>
                                          <p:spTgt spid="25603">
                                            <p:txEl>
                                              <p:pRg st="1" end="1"/>
                                            </p:txEl>
                                          </p:spTgt>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25603">
                                            <p:txEl>
                                              <p:pRg st="2" end="2"/>
                                            </p:txEl>
                                          </p:spTgt>
                                        </p:tgtEl>
                                        <p:attrNameLst>
                                          <p:attrName>style.visibility</p:attrName>
                                        </p:attrNameLst>
                                      </p:cBhvr>
                                      <p:to>
                                        <p:strVal val="visible"/>
                                      </p:to>
                                    </p:set>
                                    <p:animEffect transition="in" filter="barn(inVertical)">
                                      <p:cBhvr>
                                        <p:cTn id="16" dur="500"/>
                                        <p:tgtEl>
                                          <p:spTgt spid="25603">
                                            <p:txEl>
                                              <p:pRg st="2" end="2"/>
                                            </p:txEl>
                                          </p:spTgt>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25603">
                                            <p:txEl>
                                              <p:pRg st="3" end="3"/>
                                            </p:txEl>
                                          </p:spTgt>
                                        </p:tgtEl>
                                        <p:attrNameLst>
                                          <p:attrName>style.visibility</p:attrName>
                                        </p:attrNameLst>
                                      </p:cBhvr>
                                      <p:to>
                                        <p:strVal val="visible"/>
                                      </p:to>
                                    </p:set>
                                    <p:animEffect transition="in" filter="barn(inVertical)">
                                      <p:cBhvr>
                                        <p:cTn id="19" dur="500"/>
                                        <p:tgtEl>
                                          <p:spTgt spid="25603">
                                            <p:txEl>
                                              <p:pRg st="3" end="3"/>
                                            </p:txEl>
                                          </p:spTgt>
                                        </p:tgtEl>
                                      </p:cBhvr>
                                    </p:animEffect>
                                  </p:childTnLst>
                                </p:cTn>
                              </p:par>
                              <p:par>
                                <p:cTn id="20" presetID="16" presetClass="entr" presetSubtype="21" fill="hold" grpId="0" nodeType="withEffect">
                                  <p:stCondLst>
                                    <p:cond delay="0"/>
                                  </p:stCondLst>
                                  <p:childTnLst>
                                    <p:set>
                                      <p:cBhvr>
                                        <p:cTn id="21" dur="1" fill="hold">
                                          <p:stCondLst>
                                            <p:cond delay="0"/>
                                          </p:stCondLst>
                                        </p:cTn>
                                        <p:tgtEl>
                                          <p:spTgt spid="25603">
                                            <p:txEl>
                                              <p:pRg st="4" end="4"/>
                                            </p:txEl>
                                          </p:spTgt>
                                        </p:tgtEl>
                                        <p:attrNameLst>
                                          <p:attrName>style.visibility</p:attrName>
                                        </p:attrNameLst>
                                      </p:cBhvr>
                                      <p:to>
                                        <p:strVal val="visible"/>
                                      </p:to>
                                    </p:set>
                                    <p:animEffect transition="in" filter="barn(inVertical)">
                                      <p:cBhvr>
                                        <p:cTn id="22" dur="500"/>
                                        <p:tgtEl>
                                          <p:spTgt spid="25603">
                                            <p:txEl>
                                              <p:pRg st="4" end="4"/>
                                            </p:txEl>
                                          </p:spTgt>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25603">
                                            <p:txEl>
                                              <p:pRg st="5" end="5"/>
                                            </p:txEl>
                                          </p:spTgt>
                                        </p:tgtEl>
                                        <p:attrNameLst>
                                          <p:attrName>style.visibility</p:attrName>
                                        </p:attrNameLst>
                                      </p:cBhvr>
                                      <p:to>
                                        <p:strVal val="visible"/>
                                      </p:to>
                                    </p:set>
                                    <p:animEffect transition="in" filter="barn(inVertical)">
                                      <p:cBhvr>
                                        <p:cTn id="25" dur="500"/>
                                        <p:tgtEl>
                                          <p:spTgt spid="25603">
                                            <p:txEl>
                                              <p:pRg st="5" end="5"/>
                                            </p:txEl>
                                          </p:spTgt>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25603">
                                            <p:txEl>
                                              <p:pRg st="6" end="6"/>
                                            </p:txEl>
                                          </p:spTgt>
                                        </p:tgtEl>
                                        <p:attrNameLst>
                                          <p:attrName>style.visibility</p:attrName>
                                        </p:attrNameLst>
                                      </p:cBhvr>
                                      <p:to>
                                        <p:strVal val="visible"/>
                                      </p:to>
                                    </p:set>
                                    <p:animEffect transition="in" filter="barn(inVertical)">
                                      <p:cBhvr>
                                        <p:cTn id="28" dur="500"/>
                                        <p:tgtEl>
                                          <p:spTgt spid="25603">
                                            <p:txEl>
                                              <p:pRg st="6" end="6"/>
                                            </p:txEl>
                                          </p:spTgt>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25603">
                                            <p:txEl>
                                              <p:pRg st="7" end="7"/>
                                            </p:txEl>
                                          </p:spTgt>
                                        </p:tgtEl>
                                        <p:attrNameLst>
                                          <p:attrName>style.visibility</p:attrName>
                                        </p:attrNameLst>
                                      </p:cBhvr>
                                      <p:to>
                                        <p:strVal val="visible"/>
                                      </p:to>
                                    </p:set>
                                    <p:animEffect transition="in" filter="barn(inVertical)">
                                      <p:cBhvr>
                                        <p:cTn id="31" dur="500"/>
                                        <p:tgtEl>
                                          <p:spTgt spid="25603">
                                            <p:txEl>
                                              <p:pRg st="7" end="7"/>
                                            </p:txEl>
                                          </p:spTgt>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25603">
                                            <p:txEl>
                                              <p:pRg st="8" end="8"/>
                                            </p:txEl>
                                          </p:spTgt>
                                        </p:tgtEl>
                                        <p:attrNameLst>
                                          <p:attrName>style.visibility</p:attrName>
                                        </p:attrNameLst>
                                      </p:cBhvr>
                                      <p:to>
                                        <p:strVal val="visible"/>
                                      </p:to>
                                    </p:set>
                                    <p:animEffect transition="in" filter="barn(inVertical)">
                                      <p:cBhvr>
                                        <p:cTn id="34" dur="500"/>
                                        <p:tgtEl>
                                          <p:spTgt spid="25603">
                                            <p:txEl>
                                              <p:pRg st="8" end="8"/>
                                            </p:txEl>
                                          </p:spTgt>
                                        </p:tgtEl>
                                      </p:cBhvr>
                                    </p:animEffect>
                                  </p:childTnLst>
                                </p:cTn>
                              </p:par>
                              <p:par>
                                <p:cTn id="35" presetID="16" presetClass="entr" presetSubtype="21" fill="hold" grpId="0" nodeType="withEffect">
                                  <p:stCondLst>
                                    <p:cond delay="0"/>
                                  </p:stCondLst>
                                  <p:childTnLst>
                                    <p:set>
                                      <p:cBhvr>
                                        <p:cTn id="36" dur="1" fill="hold">
                                          <p:stCondLst>
                                            <p:cond delay="0"/>
                                          </p:stCondLst>
                                        </p:cTn>
                                        <p:tgtEl>
                                          <p:spTgt spid="25603">
                                            <p:txEl>
                                              <p:pRg st="10" end="10"/>
                                            </p:txEl>
                                          </p:spTgt>
                                        </p:tgtEl>
                                        <p:attrNameLst>
                                          <p:attrName>style.visibility</p:attrName>
                                        </p:attrNameLst>
                                      </p:cBhvr>
                                      <p:to>
                                        <p:strVal val="visible"/>
                                      </p:to>
                                    </p:set>
                                    <p:animEffect transition="in" filter="barn(inVertical)">
                                      <p:cBhvr>
                                        <p:cTn id="37" dur="500"/>
                                        <p:tgtEl>
                                          <p:spTgt spid="2560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p:bldP spid="2560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D09A8D8C-80F7-440C-BEF1-9EFA4CBAAA33}"/>
              </a:ext>
            </a:extLst>
          </p:cNvPr>
          <p:cNvSpPr>
            <a:spLocks noGrp="1" noChangeArrowheads="1"/>
          </p:cNvSpPr>
          <p:nvPr>
            <p:ph type="title"/>
          </p:nvPr>
        </p:nvSpPr>
        <p:spPr/>
        <p:txBody>
          <a:bodyPr/>
          <a:lstStyle/>
          <a:p>
            <a:r>
              <a:rPr lang="en-US" altLang="en-US" dirty="0" err="1"/>
              <a:t>Phần</a:t>
            </a:r>
            <a:r>
              <a:rPr lang="en-US" altLang="en-US" dirty="0"/>
              <a:t> </a:t>
            </a:r>
            <a:r>
              <a:rPr lang="en-US" altLang="en-US" dirty="0" err="1"/>
              <a:t>chính</a:t>
            </a:r>
            <a:r>
              <a:rPr lang="en-US" altLang="en-US" dirty="0"/>
              <a:t> </a:t>
            </a:r>
          </a:p>
        </p:txBody>
      </p:sp>
      <p:sp>
        <p:nvSpPr>
          <p:cNvPr id="25603" name="Rectangle 3">
            <a:extLst>
              <a:ext uri="{FF2B5EF4-FFF2-40B4-BE49-F238E27FC236}">
                <a16:creationId xmlns:a16="http://schemas.microsoft.com/office/drawing/2014/main" id="{2EE127BF-401A-4C36-A14A-872ADB44AB18}"/>
              </a:ext>
            </a:extLst>
          </p:cNvPr>
          <p:cNvSpPr>
            <a:spLocks noGrp="1" noChangeArrowheads="1"/>
          </p:cNvSpPr>
          <p:nvPr>
            <p:ph type="body" idx="1"/>
          </p:nvPr>
        </p:nvSpPr>
        <p:spPr>
          <a:xfrm>
            <a:off x="762000" y="1633538"/>
            <a:ext cx="8077200" cy="4767262"/>
          </a:xfrm>
        </p:spPr>
        <p:txBody>
          <a:bodyPr/>
          <a:lstStyle/>
          <a:p>
            <a:r>
              <a:rPr lang="en-US" altLang="en-US" dirty="0" err="1"/>
              <a:t>Phần</a:t>
            </a:r>
            <a:r>
              <a:rPr lang="en-US" altLang="en-US" dirty="0"/>
              <a:t> </a:t>
            </a:r>
            <a:r>
              <a:rPr lang="en-US" altLang="en-US" dirty="0" err="1"/>
              <a:t>chính</a:t>
            </a:r>
            <a:r>
              <a:rPr lang="en-US" altLang="en-US" dirty="0"/>
              <a:t> </a:t>
            </a:r>
            <a:r>
              <a:rPr lang="en-US" altLang="en-US" dirty="0" err="1"/>
              <a:t>với</a:t>
            </a:r>
            <a:r>
              <a:rPr lang="en-US" altLang="en-US" dirty="0"/>
              <a:t> </a:t>
            </a:r>
            <a:r>
              <a:rPr lang="en-US" altLang="en-US" dirty="0" err="1"/>
              <a:t>các</a:t>
            </a:r>
            <a:r>
              <a:rPr lang="en-US" altLang="en-US" dirty="0"/>
              <a:t> </a:t>
            </a:r>
            <a:r>
              <a:rPr lang="en-US" altLang="en-US" dirty="0" err="1"/>
              <a:t>nội</a:t>
            </a:r>
            <a:r>
              <a:rPr lang="en-US" altLang="en-US" dirty="0"/>
              <a:t> dung </a:t>
            </a:r>
          </a:p>
          <a:p>
            <a:pPr lvl="1"/>
            <a:r>
              <a:rPr lang="en-US" altLang="en-US" dirty="0" err="1"/>
              <a:t>Vấn</a:t>
            </a:r>
            <a:r>
              <a:rPr lang="en-US" altLang="en-US" dirty="0"/>
              <a:t> </a:t>
            </a:r>
            <a:r>
              <a:rPr lang="en-US" altLang="en-US" dirty="0" err="1"/>
              <a:t>đề</a:t>
            </a:r>
            <a:r>
              <a:rPr lang="en-US" altLang="en-US" dirty="0"/>
              <a:t> </a:t>
            </a:r>
            <a:r>
              <a:rPr lang="en-US" altLang="en-US" dirty="0" err="1"/>
              <a:t>cần</a:t>
            </a:r>
            <a:r>
              <a:rPr lang="en-US" altLang="en-US" dirty="0"/>
              <a:t> </a:t>
            </a:r>
            <a:r>
              <a:rPr lang="en-US" altLang="en-US" dirty="0" err="1"/>
              <a:t>giải</a:t>
            </a:r>
            <a:r>
              <a:rPr lang="en-US" altLang="en-US" dirty="0"/>
              <a:t> </a:t>
            </a:r>
            <a:r>
              <a:rPr lang="en-US" altLang="en-US" dirty="0" err="1"/>
              <a:t>quyết</a:t>
            </a:r>
            <a:r>
              <a:rPr lang="en-US" altLang="en-US" dirty="0"/>
              <a:t>, </a:t>
            </a:r>
            <a:r>
              <a:rPr lang="en-US" altLang="en-US" dirty="0" err="1"/>
              <a:t>yêu</a:t>
            </a:r>
            <a:r>
              <a:rPr lang="en-US" altLang="en-US" dirty="0"/>
              <a:t> </a:t>
            </a:r>
            <a:r>
              <a:rPr lang="en-US" altLang="en-US" dirty="0" err="1"/>
              <a:t>cầu</a:t>
            </a:r>
            <a:r>
              <a:rPr lang="en-US" altLang="en-US" dirty="0"/>
              <a:t> </a:t>
            </a:r>
            <a:r>
              <a:rPr lang="en-US" altLang="en-US" dirty="0" err="1"/>
              <a:t>công</a:t>
            </a:r>
            <a:r>
              <a:rPr lang="en-US" altLang="en-US" dirty="0"/>
              <a:t> </a:t>
            </a:r>
            <a:r>
              <a:rPr lang="en-US" altLang="en-US" dirty="0" err="1"/>
              <a:t>việc</a:t>
            </a:r>
            <a:endParaRPr lang="en-US" altLang="en-US" dirty="0"/>
          </a:p>
          <a:p>
            <a:pPr lvl="1"/>
            <a:r>
              <a:rPr lang="en-US" altLang="en-US" dirty="0"/>
              <a:t>Ý </a:t>
            </a:r>
            <a:r>
              <a:rPr lang="en-US" altLang="en-US" dirty="0" err="1"/>
              <a:t>tưởng</a:t>
            </a:r>
            <a:r>
              <a:rPr lang="en-US" altLang="en-US" dirty="0"/>
              <a:t> </a:t>
            </a:r>
            <a:r>
              <a:rPr lang="en-US" altLang="en-US" dirty="0" err="1"/>
              <a:t>và</a:t>
            </a:r>
            <a:r>
              <a:rPr lang="en-US" altLang="en-US" dirty="0"/>
              <a:t> </a:t>
            </a:r>
            <a:r>
              <a:rPr lang="en-US" altLang="en-US" dirty="0" err="1"/>
              <a:t>giải</a:t>
            </a:r>
            <a:r>
              <a:rPr lang="en-US" altLang="en-US" dirty="0"/>
              <a:t> </a:t>
            </a:r>
            <a:r>
              <a:rPr lang="en-US" altLang="en-US" dirty="0" err="1"/>
              <a:t>pháp</a:t>
            </a:r>
            <a:r>
              <a:rPr lang="en-US" altLang="en-US" dirty="0"/>
              <a:t> </a:t>
            </a:r>
          </a:p>
          <a:p>
            <a:pPr lvl="1"/>
            <a:r>
              <a:rPr lang="vi-VN" altLang="en-US" dirty="0">
                <a:hlinkClick r:id="rId2" action="ppaction://hlinksldjump"/>
              </a:rPr>
              <a:t>C</a:t>
            </a:r>
            <a:r>
              <a:rPr lang="en-US" altLang="en-US" dirty="0" err="1">
                <a:hlinkClick r:id="rId2" action="ppaction://hlinksldjump"/>
              </a:rPr>
              <a:t>ung</a:t>
            </a:r>
            <a:r>
              <a:rPr lang="en-US" altLang="en-US" dirty="0">
                <a:hlinkClick r:id="rId2" action="ppaction://hlinksldjump"/>
              </a:rPr>
              <a:t> </a:t>
            </a:r>
            <a:r>
              <a:rPr lang="en-US" altLang="en-US" dirty="0" err="1">
                <a:hlinkClick r:id="rId2" action="ppaction://hlinksldjump"/>
              </a:rPr>
              <a:t>cấp</a:t>
            </a:r>
            <a:r>
              <a:rPr lang="en-US" altLang="en-US" dirty="0">
                <a:hlinkClick r:id="rId2" action="ppaction://hlinksldjump"/>
              </a:rPr>
              <a:t> </a:t>
            </a:r>
            <a:r>
              <a:rPr lang="en-US" altLang="en-US" dirty="0" err="1">
                <a:hlinkClick r:id="rId2" action="ppaction://hlinksldjump"/>
              </a:rPr>
              <a:t>ví</a:t>
            </a:r>
            <a:r>
              <a:rPr lang="en-US" altLang="en-US" dirty="0">
                <a:hlinkClick r:id="rId2" action="ppaction://hlinksldjump"/>
              </a:rPr>
              <a:t> </a:t>
            </a:r>
            <a:r>
              <a:rPr lang="en-US" altLang="en-US" dirty="0" err="1">
                <a:hlinkClick r:id="rId2" action="ppaction://hlinksldjump"/>
              </a:rPr>
              <a:t>dụ</a:t>
            </a:r>
            <a:r>
              <a:rPr lang="en-US" altLang="en-US" dirty="0">
                <a:hlinkClick r:id="rId2" action="ppaction://hlinksldjump"/>
              </a:rPr>
              <a:t> </a:t>
            </a:r>
            <a:r>
              <a:rPr lang="en-US" altLang="en-US" dirty="0" err="1">
                <a:hlinkClick r:id="rId2" action="ppaction://hlinksldjump"/>
              </a:rPr>
              <a:t>minh</a:t>
            </a:r>
            <a:r>
              <a:rPr lang="en-US" altLang="en-US" dirty="0">
                <a:hlinkClick r:id="rId2" action="ppaction://hlinksldjump"/>
              </a:rPr>
              <a:t> </a:t>
            </a:r>
            <a:r>
              <a:rPr lang="en-US" altLang="en-US" dirty="0" err="1">
                <a:hlinkClick r:id="rId2" action="ppaction://hlinksldjump"/>
              </a:rPr>
              <a:t>chứng</a:t>
            </a:r>
            <a:r>
              <a:rPr lang="en-US" altLang="en-US" dirty="0">
                <a:hlinkClick r:id="rId2" action="ppaction://hlinksldjump"/>
              </a:rPr>
              <a:t> </a:t>
            </a:r>
            <a:endParaRPr lang="en-US" altLang="en-US" dirty="0"/>
          </a:p>
          <a:p>
            <a:pPr lvl="1"/>
            <a:r>
              <a:rPr lang="en-US" altLang="en-US" dirty="0"/>
              <a:t>Lợi </a:t>
            </a:r>
            <a:r>
              <a:rPr lang="en-US" altLang="en-US" dirty="0" err="1"/>
              <a:t>ích</a:t>
            </a:r>
            <a:r>
              <a:rPr lang="en-US" altLang="en-US" dirty="0"/>
              <a:t> </a:t>
            </a:r>
            <a:r>
              <a:rPr lang="en-US" altLang="en-US" dirty="0" err="1"/>
              <a:t>khi</a:t>
            </a:r>
            <a:r>
              <a:rPr lang="en-US" altLang="en-US" dirty="0"/>
              <a:t> </a:t>
            </a:r>
            <a:r>
              <a:rPr lang="en-US" altLang="en-US" dirty="0" err="1"/>
              <a:t>áp</a:t>
            </a:r>
            <a:r>
              <a:rPr lang="en-US" altLang="en-US" dirty="0"/>
              <a:t> </a:t>
            </a:r>
            <a:r>
              <a:rPr lang="en-US" altLang="en-US" dirty="0" err="1"/>
              <a:t>dụng</a:t>
            </a:r>
            <a:r>
              <a:rPr lang="en-US" altLang="en-US" dirty="0"/>
              <a:t> </a:t>
            </a:r>
            <a:r>
              <a:rPr lang="en-US" altLang="en-US" dirty="0" err="1"/>
              <a:t>giải</a:t>
            </a:r>
            <a:r>
              <a:rPr lang="en-US" altLang="en-US" dirty="0"/>
              <a:t> </a:t>
            </a:r>
            <a:r>
              <a:rPr lang="en-US" altLang="en-US" dirty="0" err="1"/>
              <a:t>pháp</a:t>
            </a:r>
            <a:endParaRPr lang="en-US" altLang="en-US" dirty="0"/>
          </a:p>
          <a:p>
            <a:pPr lvl="1"/>
            <a:r>
              <a:rPr lang="en-US" altLang="en-US" dirty="0" err="1"/>
              <a:t>Chương</a:t>
            </a:r>
            <a:r>
              <a:rPr lang="en-US" altLang="en-US" dirty="0"/>
              <a:t> </a:t>
            </a:r>
            <a:r>
              <a:rPr lang="en-US" altLang="en-US" dirty="0" err="1"/>
              <a:t>trình</a:t>
            </a:r>
            <a:r>
              <a:rPr lang="en-US" altLang="en-US" dirty="0"/>
              <a:t> </a:t>
            </a:r>
            <a:r>
              <a:rPr lang="en-US" altLang="en-US" dirty="0" err="1"/>
              <a:t>hành</a:t>
            </a:r>
            <a:r>
              <a:rPr lang="en-US" altLang="en-US" dirty="0"/>
              <a:t> </a:t>
            </a:r>
            <a:r>
              <a:rPr lang="en-US" altLang="en-US" dirty="0" err="1"/>
              <a:t>động</a:t>
            </a:r>
            <a:r>
              <a:rPr lang="en-US" altLang="en-US" dirty="0"/>
              <a:t>/</a:t>
            </a:r>
            <a:r>
              <a:rPr lang="en-US" altLang="en-US" dirty="0" err="1"/>
              <a:t>các</a:t>
            </a:r>
            <a:r>
              <a:rPr lang="en-US" altLang="en-US" dirty="0"/>
              <a:t> </a:t>
            </a:r>
            <a:r>
              <a:rPr lang="en-US" altLang="en-US" dirty="0" err="1"/>
              <a:t>việc</a:t>
            </a:r>
            <a:r>
              <a:rPr lang="en-US" altLang="en-US" dirty="0"/>
              <a:t> </a:t>
            </a:r>
            <a:r>
              <a:rPr lang="en-US" altLang="en-US" dirty="0" err="1"/>
              <a:t>làm</a:t>
            </a:r>
            <a:r>
              <a:rPr lang="en-US" altLang="en-US" dirty="0"/>
              <a:t> </a:t>
            </a:r>
            <a:r>
              <a:rPr lang="en-US" altLang="en-US" dirty="0" err="1"/>
              <a:t>cụ</a:t>
            </a:r>
            <a:r>
              <a:rPr lang="en-US" altLang="en-US" dirty="0"/>
              <a:t> </a:t>
            </a:r>
            <a:r>
              <a:rPr lang="en-US" altLang="en-US" dirty="0" err="1"/>
              <a:t>thể</a:t>
            </a:r>
            <a:endParaRPr lang="en-US" altLang="en-US" dirty="0"/>
          </a:p>
          <a:p>
            <a:pPr marL="0" indent="0">
              <a:buNone/>
            </a:pPr>
            <a:endParaRPr lang="en-US" altLang="en-US" dirty="0"/>
          </a:p>
          <a:p>
            <a:pPr marL="0" indent="0">
              <a:buNone/>
            </a:pPr>
            <a:r>
              <a:rPr lang="en-US" altLang="en-US" dirty="0"/>
              <a:t> 	</a:t>
            </a:r>
          </a:p>
        </p:txBody>
      </p:sp>
      <p:sp>
        <p:nvSpPr>
          <p:cNvPr id="2" name="Slide Number Placeholder 1">
            <a:extLst>
              <a:ext uri="{FF2B5EF4-FFF2-40B4-BE49-F238E27FC236}">
                <a16:creationId xmlns:a16="http://schemas.microsoft.com/office/drawing/2014/main" id="{512D62FC-A3A4-FA61-BA3F-F73634553098}"/>
              </a:ext>
            </a:extLst>
          </p:cNvPr>
          <p:cNvSpPr>
            <a:spLocks noGrp="1"/>
          </p:cNvSpPr>
          <p:nvPr>
            <p:ph type="sldNum" sz="quarter" idx="12"/>
          </p:nvPr>
        </p:nvSpPr>
        <p:spPr/>
        <p:txBody>
          <a:bodyPr/>
          <a:lstStyle/>
          <a:p>
            <a:fld id="{0F4F63AB-74FF-4D4D-9C96-7E67E70BF8FF}" type="slidenum">
              <a:rPr lang="en-US" altLang="en-US" smtClean="0"/>
              <a:pPr/>
              <a:t>4</a:t>
            </a:fld>
            <a:endParaRPr lang="en-US" altLang="en-US"/>
          </a:p>
        </p:txBody>
      </p:sp>
    </p:spTree>
    <p:extLst>
      <p:ext uri="{BB962C8B-B14F-4D97-AF65-F5344CB8AC3E}">
        <p14:creationId xmlns:p14="http://schemas.microsoft.com/office/powerpoint/2010/main" val="421364827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25602"/>
                                        </p:tgtEl>
                                        <p:attrNameLst>
                                          <p:attrName>style.visibility</p:attrName>
                                        </p:attrNameLst>
                                      </p:cBhvr>
                                      <p:to>
                                        <p:strVal val="visible"/>
                                      </p:to>
                                    </p:set>
                                    <p:animEffect transition="in" filter="barn(inVertical)">
                                      <p:cBhvr>
                                        <p:cTn id="7" dur="500"/>
                                        <p:tgtEl>
                                          <p:spTgt spid="2560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25603">
                                            <p:txEl>
                                              <p:pRg st="0" end="0"/>
                                            </p:txEl>
                                          </p:spTgt>
                                        </p:tgtEl>
                                        <p:attrNameLst>
                                          <p:attrName>style.visibility</p:attrName>
                                        </p:attrNameLst>
                                      </p:cBhvr>
                                      <p:to>
                                        <p:strVal val="visible"/>
                                      </p:to>
                                    </p:set>
                                    <p:animEffect transition="in" filter="barn(inVertical)">
                                      <p:cBhvr>
                                        <p:cTn id="10" dur="500"/>
                                        <p:tgtEl>
                                          <p:spTgt spid="25603">
                                            <p:txEl>
                                              <p:pRg st="0" end="0"/>
                                            </p:txEl>
                                          </p:spTgt>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25603">
                                            <p:txEl>
                                              <p:pRg st="1" end="1"/>
                                            </p:txEl>
                                          </p:spTgt>
                                        </p:tgtEl>
                                        <p:attrNameLst>
                                          <p:attrName>style.visibility</p:attrName>
                                        </p:attrNameLst>
                                      </p:cBhvr>
                                      <p:to>
                                        <p:strVal val="visible"/>
                                      </p:to>
                                    </p:set>
                                    <p:animEffect transition="in" filter="barn(inVertical)">
                                      <p:cBhvr>
                                        <p:cTn id="13" dur="500"/>
                                        <p:tgtEl>
                                          <p:spTgt spid="25603">
                                            <p:txEl>
                                              <p:pRg st="1" end="1"/>
                                            </p:txEl>
                                          </p:spTgt>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25603">
                                            <p:txEl>
                                              <p:pRg st="2" end="2"/>
                                            </p:txEl>
                                          </p:spTgt>
                                        </p:tgtEl>
                                        <p:attrNameLst>
                                          <p:attrName>style.visibility</p:attrName>
                                        </p:attrNameLst>
                                      </p:cBhvr>
                                      <p:to>
                                        <p:strVal val="visible"/>
                                      </p:to>
                                    </p:set>
                                    <p:animEffect transition="in" filter="barn(inVertical)">
                                      <p:cBhvr>
                                        <p:cTn id="16" dur="500"/>
                                        <p:tgtEl>
                                          <p:spTgt spid="25603">
                                            <p:txEl>
                                              <p:pRg st="2" end="2"/>
                                            </p:txEl>
                                          </p:spTgt>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25603">
                                            <p:txEl>
                                              <p:pRg st="3" end="3"/>
                                            </p:txEl>
                                          </p:spTgt>
                                        </p:tgtEl>
                                        <p:attrNameLst>
                                          <p:attrName>style.visibility</p:attrName>
                                        </p:attrNameLst>
                                      </p:cBhvr>
                                      <p:to>
                                        <p:strVal val="visible"/>
                                      </p:to>
                                    </p:set>
                                    <p:animEffect transition="in" filter="barn(inVertical)">
                                      <p:cBhvr>
                                        <p:cTn id="19" dur="500"/>
                                        <p:tgtEl>
                                          <p:spTgt spid="25603">
                                            <p:txEl>
                                              <p:pRg st="3" end="3"/>
                                            </p:txEl>
                                          </p:spTgt>
                                        </p:tgtEl>
                                      </p:cBhvr>
                                    </p:animEffect>
                                  </p:childTnLst>
                                </p:cTn>
                              </p:par>
                              <p:par>
                                <p:cTn id="20" presetID="16" presetClass="entr" presetSubtype="21" fill="hold" grpId="0" nodeType="withEffect">
                                  <p:stCondLst>
                                    <p:cond delay="0"/>
                                  </p:stCondLst>
                                  <p:childTnLst>
                                    <p:set>
                                      <p:cBhvr>
                                        <p:cTn id="21" dur="1" fill="hold">
                                          <p:stCondLst>
                                            <p:cond delay="0"/>
                                          </p:stCondLst>
                                        </p:cTn>
                                        <p:tgtEl>
                                          <p:spTgt spid="25603">
                                            <p:txEl>
                                              <p:pRg st="4" end="4"/>
                                            </p:txEl>
                                          </p:spTgt>
                                        </p:tgtEl>
                                        <p:attrNameLst>
                                          <p:attrName>style.visibility</p:attrName>
                                        </p:attrNameLst>
                                      </p:cBhvr>
                                      <p:to>
                                        <p:strVal val="visible"/>
                                      </p:to>
                                    </p:set>
                                    <p:animEffect transition="in" filter="barn(inVertical)">
                                      <p:cBhvr>
                                        <p:cTn id="22" dur="500"/>
                                        <p:tgtEl>
                                          <p:spTgt spid="25603">
                                            <p:txEl>
                                              <p:pRg st="4" end="4"/>
                                            </p:txEl>
                                          </p:spTgt>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25603">
                                            <p:txEl>
                                              <p:pRg st="5" end="5"/>
                                            </p:txEl>
                                          </p:spTgt>
                                        </p:tgtEl>
                                        <p:attrNameLst>
                                          <p:attrName>style.visibility</p:attrName>
                                        </p:attrNameLst>
                                      </p:cBhvr>
                                      <p:to>
                                        <p:strVal val="visible"/>
                                      </p:to>
                                    </p:set>
                                    <p:animEffect transition="in" filter="barn(inVertical)">
                                      <p:cBhvr>
                                        <p:cTn id="25" dur="500"/>
                                        <p:tgtEl>
                                          <p:spTgt spid="25603">
                                            <p:txEl>
                                              <p:pRg st="5" end="5"/>
                                            </p:txEl>
                                          </p:spTgt>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25603">
                                            <p:txEl>
                                              <p:pRg st="7" end="7"/>
                                            </p:txEl>
                                          </p:spTgt>
                                        </p:tgtEl>
                                        <p:attrNameLst>
                                          <p:attrName>style.visibility</p:attrName>
                                        </p:attrNameLst>
                                      </p:cBhvr>
                                      <p:to>
                                        <p:strVal val="visible"/>
                                      </p:to>
                                    </p:set>
                                    <p:animEffect transition="in" filter="barn(inVertical)">
                                      <p:cBhvr>
                                        <p:cTn id="28" dur="500"/>
                                        <p:tgtEl>
                                          <p:spTgt spid="2560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p:bldP spid="2560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D09A8D8C-80F7-440C-BEF1-9EFA4CBAAA33}"/>
              </a:ext>
            </a:extLst>
          </p:cNvPr>
          <p:cNvSpPr>
            <a:spLocks noGrp="1" noChangeArrowheads="1"/>
          </p:cNvSpPr>
          <p:nvPr>
            <p:ph type="title"/>
          </p:nvPr>
        </p:nvSpPr>
        <p:spPr/>
        <p:txBody>
          <a:bodyPr/>
          <a:lstStyle/>
          <a:p>
            <a:r>
              <a:rPr lang="en-US" altLang="en-US" dirty="0" err="1"/>
              <a:t>Phần</a:t>
            </a:r>
            <a:r>
              <a:rPr lang="en-US" altLang="en-US" dirty="0"/>
              <a:t> </a:t>
            </a:r>
            <a:r>
              <a:rPr lang="en-US" altLang="en-US" dirty="0" err="1"/>
              <a:t>kết</a:t>
            </a:r>
            <a:endParaRPr lang="en-US" altLang="en-US" dirty="0"/>
          </a:p>
        </p:txBody>
      </p:sp>
      <p:sp>
        <p:nvSpPr>
          <p:cNvPr id="25603" name="Rectangle 3">
            <a:extLst>
              <a:ext uri="{FF2B5EF4-FFF2-40B4-BE49-F238E27FC236}">
                <a16:creationId xmlns:a16="http://schemas.microsoft.com/office/drawing/2014/main" id="{2EE127BF-401A-4C36-A14A-872ADB44AB18}"/>
              </a:ext>
            </a:extLst>
          </p:cNvPr>
          <p:cNvSpPr>
            <a:spLocks noGrp="1" noChangeArrowheads="1"/>
          </p:cNvSpPr>
          <p:nvPr>
            <p:ph idx="1"/>
          </p:nvPr>
        </p:nvSpPr>
        <p:spPr>
          <a:xfrm>
            <a:off x="762000" y="1633538"/>
            <a:ext cx="8763000" cy="4767262"/>
          </a:xfrm>
        </p:spPr>
        <p:txBody>
          <a:bodyPr/>
          <a:lstStyle/>
          <a:p>
            <a:r>
              <a:rPr lang="en-US" altLang="en-US" dirty="0" err="1"/>
              <a:t>Tóm</a:t>
            </a:r>
            <a:r>
              <a:rPr lang="en-US" altLang="en-US" dirty="0"/>
              <a:t> </a:t>
            </a:r>
            <a:r>
              <a:rPr lang="en-US" altLang="en-US" dirty="0" err="1"/>
              <a:t>tắt</a:t>
            </a:r>
            <a:r>
              <a:rPr lang="en-US" altLang="en-US" dirty="0"/>
              <a:t> </a:t>
            </a:r>
          </a:p>
          <a:p>
            <a:r>
              <a:rPr lang="en-US" altLang="en-US" dirty="0" err="1"/>
              <a:t>Kết</a:t>
            </a:r>
            <a:r>
              <a:rPr lang="en-US" altLang="en-US" dirty="0"/>
              <a:t> </a:t>
            </a:r>
            <a:r>
              <a:rPr lang="en-US" altLang="en-US" dirty="0" err="1"/>
              <a:t>luận</a:t>
            </a:r>
            <a:r>
              <a:rPr lang="en-US" altLang="en-US" dirty="0"/>
              <a:t> </a:t>
            </a:r>
            <a:r>
              <a:rPr lang="en-US" altLang="en-US" dirty="0" err="1"/>
              <a:t>cuối</a:t>
            </a:r>
            <a:r>
              <a:rPr lang="en-US" altLang="en-US" dirty="0"/>
              <a:t> </a:t>
            </a:r>
            <a:r>
              <a:rPr lang="en-US" altLang="en-US" dirty="0" err="1"/>
              <a:t>cùng</a:t>
            </a:r>
            <a:r>
              <a:rPr lang="en-US" altLang="en-US" dirty="0"/>
              <a:t> </a:t>
            </a:r>
          </a:p>
          <a:p>
            <a:pPr lvl="1"/>
            <a:r>
              <a:rPr lang="en-US" altLang="en-US" dirty="0"/>
              <a:t>Liệu </a:t>
            </a:r>
            <a:r>
              <a:rPr lang="en-US" altLang="en-US" dirty="0" err="1"/>
              <a:t>còn</a:t>
            </a:r>
            <a:r>
              <a:rPr lang="en-US" altLang="en-US" dirty="0"/>
              <a:t> </a:t>
            </a:r>
            <a:r>
              <a:rPr lang="en-US" altLang="en-US" dirty="0" err="1"/>
              <a:t>điều</a:t>
            </a:r>
            <a:r>
              <a:rPr lang="en-US" altLang="en-US" dirty="0"/>
              <a:t> </a:t>
            </a:r>
            <a:r>
              <a:rPr lang="en-US" altLang="en-US" dirty="0" err="1"/>
              <a:t>gì</a:t>
            </a:r>
            <a:r>
              <a:rPr lang="en-US" altLang="en-US" dirty="0"/>
              <a:t> </a:t>
            </a:r>
            <a:r>
              <a:rPr lang="en-US" altLang="en-US" dirty="0" err="1"/>
              <a:t>bạn</a:t>
            </a:r>
            <a:r>
              <a:rPr lang="en-US" altLang="en-US" dirty="0"/>
              <a:t> </a:t>
            </a:r>
            <a:r>
              <a:rPr lang="en-US" altLang="en-US" dirty="0" err="1"/>
              <a:t>muốn</a:t>
            </a:r>
            <a:r>
              <a:rPr lang="en-US" altLang="en-US" dirty="0"/>
              <a:t> </a:t>
            </a:r>
            <a:r>
              <a:rPr lang="en-US" altLang="en-US" dirty="0" err="1"/>
              <a:t>người</a:t>
            </a:r>
            <a:r>
              <a:rPr lang="en-US" altLang="en-US" dirty="0"/>
              <a:t> </a:t>
            </a:r>
            <a:r>
              <a:rPr lang="en-US" altLang="en-US" dirty="0" err="1"/>
              <a:t>nghe</a:t>
            </a:r>
            <a:r>
              <a:rPr lang="en-US" altLang="en-US" dirty="0"/>
              <a:t> </a:t>
            </a:r>
            <a:r>
              <a:rPr lang="en-US" altLang="en-US" dirty="0" err="1"/>
              <a:t>ghi</a:t>
            </a:r>
            <a:r>
              <a:rPr lang="en-US" altLang="en-US" dirty="0"/>
              <a:t> </a:t>
            </a:r>
            <a:r>
              <a:rPr lang="en-US" altLang="en-US" dirty="0" err="1"/>
              <a:t>nhớ</a:t>
            </a:r>
            <a:r>
              <a:rPr lang="en-US" altLang="en-US" dirty="0"/>
              <a:t> ?</a:t>
            </a:r>
          </a:p>
          <a:p>
            <a:pPr marL="0" indent="0">
              <a:buNone/>
            </a:pPr>
            <a:endParaRPr lang="en-US" altLang="en-US" dirty="0"/>
          </a:p>
          <a:p>
            <a:pPr marL="0" indent="0">
              <a:buNone/>
            </a:pPr>
            <a:r>
              <a:rPr lang="en-US" altLang="en-US" dirty="0"/>
              <a:t> 	</a:t>
            </a:r>
          </a:p>
        </p:txBody>
      </p:sp>
      <p:sp>
        <p:nvSpPr>
          <p:cNvPr id="2" name="Slide Number Placeholder 1">
            <a:extLst>
              <a:ext uri="{FF2B5EF4-FFF2-40B4-BE49-F238E27FC236}">
                <a16:creationId xmlns:a16="http://schemas.microsoft.com/office/drawing/2014/main" id="{FCBB286C-B46D-549B-34D6-215B344F8C63}"/>
              </a:ext>
            </a:extLst>
          </p:cNvPr>
          <p:cNvSpPr>
            <a:spLocks noGrp="1"/>
          </p:cNvSpPr>
          <p:nvPr>
            <p:ph type="sldNum" sz="quarter" idx="12"/>
          </p:nvPr>
        </p:nvSpPr>
        <p:spPr/>
        <p:txBody>
          <a:bodyPr/>
          <a:lstStyle/>
          <a:p>
            <a:fld id="{0F4F63AB-74FF-4D4D-9C96-7E67E70BF8FF}" type="slidenum">
              <a:rPr lang="en-US" altLang="en-US" smtClean="0"/>
              <a:pPr/>
              <a:t>5</a:t>
            </a:fld>
            <a:endParaRPr lang="en-US" altLang="en-US"/>
          </a:p>
        </p:txBody>
      </p:sp>
    </p:spTree>
    <p:extLst>
      <p:ext uri="{BB962C8B-B14F-4D97-AF65-F5344CB8AC3E}">
        <p14:creationId xmlns:p14="http://schemas.microsoft.com/office/powerpoint/2010/main" val="357008544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25602"/>
                                        </p:tgtEl>
                                        <p:attrNameLst>
                                          <p:attrName>style.visibility</p:attrName>
                                        </p:attrNameLst>
                                      </p:cBhvr>
                                      <p:to>
                                        <p:strVal val="visible"/>
                                      </p:to>
                                    </p:set>
                                    <p:animEffect transition="in" filter="barn(inVertical)">
                                      <p:cBhvr>
                                        <p:cTn id="7" dur="500"/>
                                        <p:tgtEl>
                                          <p:spTgt spid="2560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25603">
                                            <p:txEl>
                                              <p:pRg st="0" end="0"/>
                                            </p:txEl>
                                          </p:spTgt>
                                        </p:tgtEl>
                                        <p:attrNameLst>
                                          <p:attrName>style.visibility</p:attrName>
                                        </p:attrNameLst>
                                      </p:cBhvr>
                                      <p:to>
                                        <p:strVal val="visible"/>
                                      </p:to>
                                    </p:set>
                                    <p:animEffect transition="in" filter="barn(inVertical)">
                                      <p:cBhvr>
                                        <p:cTn id="10" dur="500"/>
                                        <p:tgtEl>
                                          <p:spTgt spid="25603">
                                            <p:txEl>
                                              <p:pRg st="0" end="0"/>
                                            </p:txEl>
                                          </p:spTgt>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25603">
                                            <p:txEl>
                                              <p:pRg st="1" end="1"/>
                                            </p:txEl>
                                          </p:spTgt>
                                        </p:tgtEl>
                                        <p:attrNameLst>
                                          <p:attrName>style.visibility</p:attrName>
                                        </p:attrNameLst>
                                      </p:cBhvr>
                                      <p:to>
                                        <p:strVal val="visible"/>
                                      </p:to>
                                    </p:set>
                                    <p:animEffect transition="in" filter="barn(inVertical)">
                                      <p:cBhvr>
                                        <p:cTn id="13" dur="500"/>
                                        <p:tgtEl>
                                          <p:spTgt spid="25603">
                                            <p:txEl>
                                              <p:pRg st="1" end="1"/>
                                            </p:txEl>
                                          </p:spTgt>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25603">
                                            <p:txEl>
                                              <p:pRg st="2" end="2"/>
                                            </p:txEl>
                                          </p:spTgt>
                                        </p:tgtEl>
                                        <p:attrNameLst>
                                          <p:attrName>style.visibility</p:attrName>
                                        </p:attrNameLst>
                                      </p:cBhvr>
                                      <p:to>
                                        <p:strVal val="visible"/>
                                      </p:to>
                                    </p:set>
                                    <p:animEffect transition="in" filter="barn(inVertical)">
                                      <p:cBhvr>
                                        <p:cTn id="16" dur="500"/>
                                        <p:tgtEl>
                                          <p:spTgt spid="25603">
                                            <p:txEl>
                                              <p:pRg st="2" end="2"/>
                                            </p:txEl>
                                          </p:spTgt>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25603">
                                            <p:txEl>
                                              <p:pRg st="4" end="4"/>
                                            </p:txEl>
                                          </p:spTgt>
                                        </p:tgtEl>
                                        <p:attrNameLst>
                                          <p:attrName>style.visibility</p:attrName>
                                        </p:attrNameLst>
                                      </p:cBhvr>
                                      <p:to>
                                        <p:strVal val="visible"/>
                                      </p:to>
                                    </p:set>
                                    <p:animEffect transition="in" filter="barn(inVertical)">
                                      <p:cBhvr>
                                        <p:cTn id="19" dur="500"/>
                                        <p:tgtEl>
                                          <p:spTgt spid="2560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p:bldP spid="25603" grpId="0" build="p"/>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4339" name="Rectangle 3">
            <a:extLst>
              <a:ext uri="{FF2B5EF4-FFF2-40B4-BE49-F238E27FC236}">
                <a16:creationId xmlns:a16="http://schemas.microsoft.com/office/drawing/2014/main" id="{56E01181-FA81-4C6D-9E62-C7D65FDA831E}"/>
              </a:ext>
            </a:extLst>
          </p:cNvPr>
          <p:cNvSpPr>
            <a:spLocks noGrp="1" noChangeArrowheads="1"/>
          </p:cNvSpPr>
          <p:nvPr>
            <p:ph type="body" idx="1"/>
          </p:nvPr>
        </p:nvSpPr>
        <p:spPr>
          <a:xfrm>
            <a:off x="609600" y="2373313"/>
            <a:ext cx="7924800" cy="2555875"/>
          </a:xfrm>
        </p:spPr>
        <p:txBody>
          <a:bodyPr/>
          <a:lstStyle/>
          <a:p>
            <a:pPr algn="ctr">
              <a:buFontTx/>
              <a:buNone/>
            </a:pPr>
            <a:r>
              <a:rPr lang="en-US" altLang="en-US" dirty="0" err="1"/>
              <a:t>Cảm</a:t>
            </a:r>
            <a:r>
              <a:rPr lang="en-US" altLang="en-US" dirty="0"/>
              <a:t> </a:t>
            </a:r>
            <a:r>
              <a:rPr lang="en-US" altLang="en-US" dirty="0" err="1"/>
              <a:t>ơn</a:t>
            </a:r>
            <a:r>
              <a:rPr lang="en-US" altLang="en-US" dirty="0"/>
              <a:t> </a:t>
            </a:r>
            <a:r>
              <a:rPr lang="en-US" altLang="en-US" dirty="0" err="1"/>
              <a:t>sự</a:t>
            </a:r>
            <a:r>
              <a:rPr lang="en-US" altLang="en-US" dirty="0"/>
              <a:t> </a:t>
            </a:r>
            <a:r>
              <a:rPr lang="en-US" altLang="en-US" dirty="0" err="1"/>
              <a:t>chú</a:t>
            </a:r>
            <a:r>
              <a:rPr lang="en-US" altLang="en-US" dirty="0"/>
              <a:t> ý </a:t>
            </a:r>
            <a:r>
              <a:rPr lang="en-US" altLang="en-US" dirty="0" err="1"/>
              <a:t>của</a:t>
            </a:r>
            <a:r>
              <a:rPr lang="en-US" altLang="en-US" dirty="0"/>
              <a:t> </a:t>
            </a:r>
            <a:r>
              <a:rPr lang="en-US" altLang="en-US" dirty="0" err="1"/>
              <a:t>quý</a:t>
            </a:r>
            <a:r>
              <a:rPr lang="en-US" altLang="en-US" dirty="0"/>
              <a:t> </a:t>
            </a:r>
            <a:r>
              <a:rPr lang="en-US" altLang="en-US" dirty="0" err="1"/>
              <a:t>vị</a:t>
            </a:r>
            <a:r>
              <a:rPr lang="en-US" altLang="en-US" dirty="0"/>
              <a:t> </a:t>
            </a:r>
          </a:p>
        </p:txBody>
      </p:sp>
      <p:sp>
        <p:nvSpPr>
          <p:cNvPr id="2" name="Slide Number Placeholder 1">
            <a:extLst>
              <a:ext uri="{FF2B5EF4-FFF2-40B4-BE49-F238E27FC236}">
                <a16:creationId xmlns:a16="http://schemas.microsoft.com/office/drawing/2014/main" id="{0D0833BB-B97F-85CD-A8F5-266E46ABEFE2}"/>
              </a:ext>
            </a:extLst>
          </p:cNvPr>
          <p:cNvSpPr>
            <a:spLocks noGrp="1"/>
          </p:cNvSpPr>
          <p:nvPr>
            <p:ph type="sldNum" sz="quarter" idx="12"/>
          </p:nvPr>
        </p:nvSpPr>
        <p:spPr/>
        <p:txBody>
          <a:bodyPr/>
          <a:lstStyle/>
          <a:p>
            <a:fld id="{0F4F63AB-74FF-4D4D-9C96-7E67E70BF8FF}" type="slidenum">
              <a:rPr lang="en-US" altLang="en-US" smtClean="0"/>
              <a:pPr/>
              <a:t>6</a:t>
            </a:fld>
            <a:endParaRPr lang="en-US" alt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anim calcmode="lin" valueType="num">
                                      <p:cBhvr additive="base">
                                        <p:cTn id="7" dur="500" fill="hold"/>
                                        <p:tgtEl>
                                          <p:spTgt spid="1433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339">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D09A8D8C-80F7-440C-BEF1-9EFA4CBAAA33}"/>
              </a:ext>
            </a:extLst>
          </p:cNvPr>
          <p:cNvSpPr>
            <a:spLocks noGrp="1" noChangeArrowheads="1"/>
          </p:cNvSpPr>
          <p:nvPr>
            <p:ph type="title"/>
          </p:nvPr>
        </p:nvSpPr>
        <p:spPr>
          <a:xfrm>
            <a:off x="1759449" y="152400"/>
            <a:ext cx="7086600" cy="944563"/>
          </a:xfrm>
        </p:spPr>
        <p:txBody>
          <a:bodyPr/>
          <a:lstStyle/>
          <a:p>
            <a:r>
              <a:rPr lang="en-US" dirty="0" err="1"/>
              <a:t>Ví</a:t>
            </a:r>
            <a:r>
              <a:rPr lang="en-US" dirty="0"/>
              <a:t> </a:t>
            </a:r>
            <a:r>
              <a:rPr lang="en-US" dirty="0" err="1"/>
              <a:t>dụ</a:t>
            </a:r>
            <a:r>
              <a:rPr lang="en-US" dirty="0"/>
              <a:t>: </a:t>
            </a:r>
            <a:r>
              <a:rPr lang="en-US" dirty="0" err="1"/>
              <a:t>sử</a:t>
            </a:r>
            <a:r>
              <a:rPr lang="en-US" dirty="0"/>
              <a:t> </a:t>
            </a:r>
            <a:r>
              <a:rPr lang="en-US" dirty="0" err="1"/>
              <a:t>dụng</a:t>
            </a:r>
            <a:r>
              <a:rPr lang="en-US" dirty="0"/>
              <a:t> </a:t>
            </a:r>
            <a:r>
              <a:rPr lang="en-US" dirty="0" err="1"/>
              <a:t>một</a:t>
            </a:r>
            <a:r>
              <a:rPr lang="en-US" dirty="0"/>
              <a:t> </a:t>
            </a:r>
            <a:r>
              <a:rPr lang="en-US" dirty="0" err="1"/>
              <a:t>đoạn</a:t>
            </a:r>
            <a:r>
              <a:rPr lang="en-US" dirty="0"/>
              <a:t> </a:t>
            </a:r>
            <a:r>
              <a:rPr lang="en-US" dirty="0" err="1"/>
              <a:t>trích</a:t>
            </a:r>
            <a:r>
              <a:rPr lang="en-US" dirty="0"/>
              <a:t> </a:t>
            </a:r>
            <a:r>
              <a:rPr lang="en-US" dirty="0" err="1"/>
              <a:t>dẫn</a:t>
            </a:r>
            <a:r>
              <a:rPr lang="en-US" dirty="0"/>
              <a:t> </a:t>
            </a:r>
            <a:r>
              <a:rPr lang="en-US" dirty="0" err="1"/>
              <a:t>khi</a:t>
            </a:r>
            <a:r>
              <a:rPr lang="en-US" dirty="0"/>
              <a:t> </a:t>
            </a:r>
            <a:r>
              <a:rPr lang="en-US" dirty="0" err="1"/>
              <a:t>giới</a:t>
            </a:r>
            <a:r>
              <a:rPr lang="en-US" dirty="0"/>
              <a:t> </a:t>
            </a:r>
            <a:r>
              <a:rPr lang="en-US" dirty="0" err="1"/>
              <a:t>thiệu</a:t>
            </a:r>
            <a:endParaRPr lang="en-US" altLang="en-US" dirty="0"/>
          </a:p>
        </p:txBody>
      </p:sp>
      <p:sp>
        <p:nvSpPr>
          <p:cNvPr id="25603" name="Rectangle 3">
            <a:extLst>
              <a:ext uri="{FF2B5EF4-FFF2-40B4-BE49-F238E27FC236}">
                <a16:creationId xmlns:a16="http://schemas.microsoft.com/office/drawing/2014/main" id="{2EE127BF-401A-4C36-A14A-872ADB44AB18}"/>
              </a:ext>
            </a:extLst>
          </p:cNvPr>
          <p:cNvSpPr>
            <a:spLocks noGrp="1" noChangeArrowheads="1"/>
          </p:cNvSpPr>
          <p:nvPr>
            <p:ph type="body" idx="1"/>
          </p:nvPr>
        </p:nvSpPr>
        <p:spPr>
          <a:xfrm>
            <a:off x="762000" y="1633538"/>
            <a:ext cx="8077200" cy="4767262"/>
          </a:xfrm>
        </p:spPr>
        <p:txBody>
          <a:bodyPr/>
          <a:lstStyle/>
          <a:p>
            <a:pPr marL="0" indent="0">
              <a:buNone/>
            </a:pPr>
            <a:r>
              <a:rPr lang="vi-VN" dirty="0"/>
              <a:t>“Hàng năm, công nghệ mới luôn được phát triển và thể hiện tầm quan trọng của nó đối với cuộc sống. Các doanh nghiệp cũng thay đổi theo hướng cập nhật công nghệ thông tin và yêu cầu sự thay đổi về nhân sự giỏi công nghệ. Ngành học CNTT được coi là lĩnh vực ngày một phát triển và trở nên hữu ích cho các bạn muốn xây dựng sự nghiệp với ngành này. Vậy những lợi ích khi học ngành CNTT là gì?"</a:t>
            </a:r>
            <a:endParaRPr lang="en-US" altLang="en-US" dirty="0"/>
          </a:p>
          <a:p>
            <a:pPr marL="0" indent="0">
              <a:buNone/>
            </a:pPr>
            <a:r>
              <a:rPr lang="en-US" altLang="en-US" dirty="0"/>
              <a:t> 	</a:t>
            </a:r>
          </a:p>
        </p:txBody>
      </p:sp>
      <p:sp>
        <p:nvSpPr>
          <p:cNvPr id="3" name="Curved Up Arrow 2">
            <a:hlinkClick r:id="rId2" action="ppaction://hlinksldjump"/>
          </p:cNvPr>
          <p:cNvSpPr/>
          <p:nvPr/>
        </p:nvSpPr>
        <p:spPr>
          <a:xfrm>
            <a:off x="4425220" y="6036469"/>
            <a:ext cx="838200" cy="554038"/>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Slide Number Placeholder 1">
            <a:extLst>
              <a:ext uri="{FF2B5EF4-FFF2-40B4-BE49-F238E27FC236}">
                <a16:creationId xmlns:a16="http://schemas.microsoft.com/office/drawing/2014/main" id="{7E7BC268-DCE5-D69E-741E-23BCBB9DF9A5}"/>
              </a:ext>
            </a:extLst>
          </p:cNvPr>
          <p:cNvSpPr>
            <a:spLocks noGrp="1"/>
          </p:cNvSpPr>
          <p:nvPr>
            <p:ph type="sldNum" sz="quarter" idx="12"/>
          </p:nvPr>
        </p:nvSpPr>
        <p:spPr/>
        <p:txBody>
          <a:bodyPr/>
          <a:lstStyle/>
          <a:p>
            <a:fld id="{0F4F63AB-74FF-4D4D-9C96-7E67E70BF8FF}" type="slidenum">
              <a:rPr lang="en-US" altLang="en-US" smtClean="0"/>
              <a:pPr/>
              <a:t>7</a:t>
            </a:fld>
            <a:endParaRPr lang="en-US" altLang="en-US"/>
          </a:p>
        </p:txBody>
      </p:sp>
    </p:spTree>
    <p:extLst>
      <p:ext uri="{BB962C8B-B14F-4D97-AF65-F5344CB8AC3E}">
        <p14:creationId xmlns:p14="http://schemas.microsoft.com/office/powerpoint/2010/main" val="159760676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25602"/>
                                        </p:tgtEl>
                                        <p:attrNameLst>
                                          <p:attrName>style.visibility</p:attrName>
                                        </p:attrNameLst>
                                      </p:cBhvr>
                                      <p:to>
                                        <p:strVal val="visible"/>
                                      </p:to>
                                    </p:set>
                                    <p:animEffect transition="in" filter="barn(inVertical)">
                                      <p:cBhvr>
                                        <p:cTn id="7" dur="500"/>
                                        <p:tgtEl>
                                          <p:spTgt spid="2560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25603">
                                            <p:txEl>
                                              <p:pRg st="0" end="0"/>
                                            </p:txEl>
                                          </p:spTgt>
                                        </p:tgtEl>
                                        <p:attrNameLst>
                                          <p:attrName>style.visibility</p:attrName>
                                        </p:attrNameLst>
                                      </p:cBhvr>
                                      <p:to>
                                        <p:strVal val="visible"/>
                                      </p:to>
                                    </p:set>
                                    <p:animEffect transition="in" filter="barn(inVertical)">
                                      <p:cBhvr>
                                        <p:cTn id="10" dur="500"/>
                                        <p:tgtEl>
                                          <p:spTgt spid="25603">
                                            <p:txEl>
                                              <p:pRg st="0" end="0"/>
                                            </p:txEl>
                                          </p:spTgt>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25603">
                                            <p:txEl>
                                              <p:pRg st="1" end="1"/>
                                            </p:txEl>
                                          </p:spTgt>
                                        </p:tgtEl>
                                        <p:attrNameLst>
                                          <p:attrName>style.visibility</p:attrName>
                                        </p:attrNameLst>
                                      </p:cBhvr>
                                      <p:to>
                                        <p:strVal val="visible"/>
                                      </p:to>
                                    </p:set>
                                    <p:animEffect transition="in" filter="barn(inVertical)">
                                      <p:cBhvr>
                                        <p:cTn id="13" dur="500"/>
                                        <p:tgtEl>
                                          <p:spTgt spid="25603">
                                            <p:txEl>
                                              <p:pRg st="1" end="1"/>
                                            </p:txEl>
                                          </p:spTgt>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barn(inVertical)">
                                      <p:cBhvr>
                                        <p:cTn id="1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p:bldP spid="25603" grpId="0" build="p"/>
      <p:bldP spid="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D09A8D8C-80F7-440C-BEF1-9EFA4CBAAA33}"/>
              </a:ext>
            </a:extLst>
          </p:cNvPr>
          <p:cNvSpPr>
            <a:spLocks noGrp="1" noChangeArrowheads="1"/>
          </p:cNvSpPr>
          <p:nvPr>
            <p:ph type="title"/>
          </p:nvPr>
        </p:nvSpPr>
        <p:spPr>
          <a:xfrm>
            <a:off x="1865616" y="122237"/>
            <a:ext cx="7086600" cy="944563"/>
          </a:xfrm>
        </p:spPr>
        <p:txBody>
          <a:bodyPr/>
          <a:lstStyle/>
          <a:p>
            <a:r>
              <a:rPr lang="en-US" altLang="en-US" dirty="0" err="1"/>
              <a:t>Ví</a:t>
            </a:r>
            <a:r>
              <a:rPr lang="en-US" altLang="en-US" dirty="0"/>
              <a:t> </a:t>
            </a:r>
            <a:r>
              <a:rPr lang="en-US" altLang="en-US" dirty="0" err="1"/>
              <a:t>dụ</a:t>
            </a:r>
            <a:r>
              <a:rPr lang="en-US" altLang="en-US" dirty="0"/>
              <a:t> </a:t>
            </a:r>
            <a:r>
              <a:rPr lang="en-US" altLang="en-US" dirty="0" err="1"/>
              <a:t>minh</a:t>
            </a:r>
            <a:r>
              <a:rPr lang="en-US" altLang="en-US" dirty="0"/>
              <a:t> </a:t>
            </a:r>
            <a:r>
              <a:rPr lang="en-US" altLang="en-US" dirty="0" err="1"/>
              <a:t>chứng</a:t>
            </a:r>
            <a:r>
              <a:rPr lang="en-US" altLang="en-US" dirty="0"/>
              <a:t> </a:t>
            </a:r>
            <a:r>
              <a:rPr lang="en-US" altLang="en-US" dirty="0" err="1"/>
              <a:t>một</a:t>
            </a:r>
            <a:r>
              <a:rPr lang="en-US" altLang="en-US" dirty="0"/>
              <a:t> </a:t>
            </a:r>
            <a:r>
              <a:rPr lang="en-US" altLang="en-US" dirty="0" err="1"/>
              <a:t>vấn</a:t>
            </a:r>
            <a:r>
              <a:rPr lang="en-US" altLang="en-US" dirty="0"/>
              <a:t> </a:t>
            </a:r>
            <a:r>
              <a:rPr lang="en-US" altLang="en-US" dirty="0" err="1"/>
              <a:t>đề</a:t>
            </a:r>
            <a:r>
              <a:rPr lang="en-US" altLang="en-US" dirty="0"/>
              <a:t> </a:t>
            </a:r>
          </a:p>
        </p:txBody>
      </p:sp>
      <p:sp>
        <p:nvSpPr>
          <p:cNvPr id="25603" name="Rectangle 3">
            <a:extLst>
              <a:ext uri="{FF2B5EF4-FFF2-40B4-BE49-F238E27FC236}">
                <a16:creationId xmlns:a16="http://schemas.microsoft.com/office/drawing/2014/main" id="{2EE127BF-401A-4C36-A14A-872ADB44AB18}"/>
              </a:ext>
            </a:extLst>
          </p:cNvPr>
          <p:cNvSpPr>
            <a:spLocks noGrp="1" noChangeArrowheads="1"/>
          </p:cNvSpPr>
          <p:nvPr>
            <p:ph type="body" idx="1"/>
          </p:nvPr>
        </p:nvSpPr>
        <p:spPr>
          <a:xfrm>
            <a:off x="228600" y="1447800"/>
            <a:ext cx="8763000" cy="4767262"/>
          </a:xfrm>
        </p:spPr>
        <p:txBody>
          <a:bodyPr/>
          <a:lstStyle/>
          <a:p>
            <a:r>
              <a:rPr lang="en-US" altLang="en-US" dirty="0" err="1"/>
              <a:t>Bảng</a:t>
            </a:r>
            <a:r>
              <a:rPr lang="en-US" altLang="en-US" dirty="0"/>
              <a:t> </a:t>
            </a:r>
            <a:r>
              <a:rPr lang="en-US" altLang="en-US" dirty="0" err="1"/>
              <a:t>thống</a:t>
            </a:r>
            <a:r>
              <a:rPr lang="en-US" altLang="en-US" dirty="0"/>
              <a:t> </a:t>
            </a:r>
            <a:r>
              <a:rPr lang="en-US" altLang="en-US" dirty="0" err="1"/>
              <a:t>kê</a:t>
            </a:r>
            <a:r>
              <a:rPr lang="en-US" altLang="en-US" dirty="0"/>
              <a:t> </a:t>
            </a:r>
            <a:r>
              <a:rPr lang="en-US" altLang="en-US" dirty="0" err="1"/>
              <a:t>kết</a:t>
            </a:r>
            <a:r>
              <a:rPr lang="en-US" altLang="en-US" dirty="0"/>
              <a:t> </a:t>
            </a:r>
            <a:r>
              <a:rPr lang="en-US" altLang="en-US" err="1"/>
              <a:t>quả</a:t>
            </a:r>
            <a:r>
              <a:rPr lang="en-US" altLang="en-US"/>
              <a:t> </a:t>
            </a:r>
            <a:r>
              <a:rPr lang="vi-VN" altLang="en-US"/>
              <a:t>tuyển</a:t>
            </a:r>
            <a:r>
              <a:rPr lang="en-US" altLang="en-US"/>
              <a:t> </a:t>
            </a:r>
            <a:r>
              <a:rPr lang="en-US" altLang="en-US" dirty="0" err="1"/>
              <a:t>sinh</a:t>
            </a:r>
            <a:r>
              <a:rPr lang="en-US" altLang="en-US" dirty="0"/>
              <a:t> 2020</a:t>
            </a:r>
          </a:p>
          <a:p>
            <a:pPr marL="0" indent="0">
              <a:buNone/>
            </a:pPr>
            <a:endParaRPr lang="en-US" altLang="en-US" dirty="0"/>
          </a:p>
          <a:p>
            <a:pPr marL="0" indent="0">
              <a:buNone/>
            </a:pPr>
            <a:r>
              <a:rPr lang="en-US" altLang="en-US" dirty="0"/>
              <a:t> 	</a:t>
            </a:r>
          </a:p>
        </p:txBody>
      </p:sp>
      <p:graphicFrame>
        <p:nvGraphicFramePr>
          <p:cNvPr id="6" name="Table 5"/>
          <p:cNvGraphicFramePr>
            <a:graphicFrameLocks noGrp="1"/>
          </p:cNvGraphicFramePr>
          <p:nvPr>
            <p:extLst>
              <p:ext uri="{D42A27DB-BD31-4B8C-83A1-F6EECF244321}">
                <p14:modId xmlns:p14="http://schemas.microsoft.com/office/powerpoint/2010/main" val="1118112724"/>
              </p:ext>
            </p:extLst>
          </p:nvPr>
        </p:nvGraphicFramePr>
        <p:xfrm>
          <a:off x="533400" y="2209800"/>
          <a:ext cx="8229600" cy="3708400"/>
        </p:xfrm>
        <a:graphic>
          <a:graphicData uri="http://schemas.openxmlformats.org/drawingml/2006/table">
            <a:tbl>
              <a:tblPr firstRow="1" bandRow="1">
                <a:tableStyleId>{5940675A-B579-460E-94D1-54222C63F5DA}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370840">
                <a:tc>
                  <a:txBody>
                    <a:bodyPr/>
                    <a:lstStyle/>
                    <a:p>
                      <a:r>
                        <a:rPr lang="en-US"/>
                        <a:t>Tên</a:t>
                      </a:r>
                      <a:r>
                        <a:rPr lang="en-US" baseline="0"/>
                        <a:t> ngành/chuyên ngành </a:t>
                      </a:r>
                      <a:endParaRPr lang="en-US"/>
                    </a:p>
                  </a:txBody>
                  <a:tcPr/>
                </a:tc>
                <a:tc>
                  <a:txBody>
                    <a:bodyPr/>
                    <a:lstStyle/>
                    <a:p>
                      <a:r>
                        <a:rPr lang="en-US"/>
                        <a:t>Số lượng</a:t>
                      </a:r>
                      <a:r>
                        <a:rPr lang="en-US" baseline="0"/>
                        <a:t> tuyển sinh </a:t>
                      </a:r>
                      <a:endParaRPr lang="en-US"/>
                    </a:p>
                  </a:txBody>
                  <a:tcPr/>
                </a:tc>
                <a:extLst>
                  <a:ext uri="{0D108BD9-81ED-4DB2-BD59-A6C34878D82A}">
                    <a16:rowId xmlns:a16="http://schemas.microsoft.com/office/drawing/2014/main" val="10000"/>
                  </a:ext>
                </a:extLst>
              </a:tr>
              <a:tr h="370840">
                <a:tc>
                  <a:txBody>
                    <a:bodyPr/>
                    <a:lstStyle/>
                    <a:p>
                      <a:r>
                        <a:rPr lang="en-US" dirty="0"/>
                        <a:t>Công</a:t>
                      </a:r>
                      <a:r>
                        <a:rPr lang="en-US" baseline="0" dirty="0"/>
                        <a:t> </a:t>
                      </a:r>
                      <a:r>
                        <a:rPr lang="en-US" baseline="0" dirty="0" err="1"/>
                        <a:t>nghệ</a:t>
                      </a:r>
                      <a:r>
                        <a:rPr lang="en-US" baseline="0" dirty="0"/>
                        <a:t> </a:t>
                      </a:r>
                      <a:r>
                        <a:rPr lang="en-US" baseline="0" dirty="0" err="1"/>
                        <a:t>thông</a:t>
                      </a:r>
                      <a:r>
                        <a:rPr lang="en-US" baseline="0" dirty="0"/>
                        <a:t> tin </a:t>
                      </a:r>
                      <a:endParaRPr lang="en-US" dirty="0"/>
                    </a:p>
                  </a:txBody>
                  <a:tcPr/>
                </a:tc>
                <a:tc>
                  <a:txBody>
                    <a:bodyPr/>
                    <a:lstStyle/>
                    <a:p>
                      <a:r>
                        <a:rPr lang="en-US"/>
                        <a:t>272</a:t>
                      </a:r>
                    </a:p>
                  </a:txBody>
                  <a:tcPr/>
                </a:tc>
                <a:extLst>
                  <a:ext uri="{0D108BD9-81ED-4DB2-BD59-A6C34878D82A}">
                    <a16:rowId xmlns:a16="http://schemas.microsoft.com/office/drawing/2014/main" val="10001"/>
                  </a:ext>
                </a:extLst>
              </a:tr>
              <a:tr h="370840">
                <a:tc>
                  <a:txBody>
                    <a:bodyPr/>
                    <a:lstStyle/>
                    <a:p>
                      <a:r>
                        <a:rPr lang="en-US"/>
                        <a:t>Công</a:t>
                      </a:r>
                      <a:r>
                        <a:rPr lang="en-US" baseline="0"/>
                        <a:t> nghệ thông tin - CLC</a:t>
                      </a:r>
                      <a:endParaRPr lang="en-US"/>
                    </a:p>
                  </a:txBody>
                  <a:tcPr/>
                </a:tc>
                <a:tc>
                  <a:txBody>
                    <a:bodyPr/>
                    <a:lstStyle/>
                    <a:p>
                      <a:r>
                        <a:rPr lang="vi-VN"/>
                        <a:t>144</a:t>
                      </a:r>
                      <a:endParaRPr lang="en-US"/>
                    </a:p>
                  </a:txBody>
                  <a:tcPr/>
                </a:tc>
                <a:extLst>
                  <a:ext uri="{0D108BD9-81ED-4DB2-BD59-A6C34878D82A}">
                    <a16:rowId xmlns:a16="http://schemas.microsoft.com/office/drawing/2014/main" val="10002"/>
                  </a:ext>
                </a:extLst>
              </a:tr>
              <a:tr h="370840">
                <a:tc>
                  <a:txBody>
                    <a:bodyPr/>
                    <a:lstStyle/>
                    <a:p>
                      <a:r>
                        <a:rPr lang="en-US"/>
                        <a:t>Công</a:t>
                      </a:r>
                      <a:r>
                        <a:rPr lang="en-US" baseline="0"/>
                        <a:t> nghệ thông tin – HA</a:t>
                      </a:r>
                      <a:endParaRPr lang="en-US"/>
                    </a:p>
                  </a:txBody>
                  <a:tcPr/>
                </a:tc>
                <a:tc>
                  <a:txBody>
                    <a:bodyPr/>
                    <a:lstStyle/>
                    <a:p>
                      <a:r>
                        <a:rPr lang="vi-VN"/>
                        <a:t>75</a:t>
                      </a:r>
                      <a:endParaRPr lang="en-US"/>
                    </a:p>
                  </a:txBody>
                  <a:tcPr/>
                </a:tc>
                <a:extLst>
                  <a:ext uri="{0D108BD9-81ED-4DB2-BD59-A6C34878D82A}">
                    <a16:rowId xmlns:a16="http://schemas.microsoft.com/office/drawing/2014/main" val="10003"/>
                  </a:ext>
                </a:extLst>
              </a:tr>
              <a:tr h="370840">
                <a:tc>
                  <a:txBody>
                    <a:bodyPr/>
                    <a:lstStyle/>
                    <a:p>
                      <a:r>
                        <a:rPr lang="en-US"/>
                        <a:t>Mạng máy</a:t>
                      </a:r>
                      <a:r>
                        <a:rPr lang="en-US" baseline="0"/>
                        <a:t> tính và tuyền thông dữ liệu</a:t>
                      </a:r>
                      <a:endParaRPr lang="en-US"/>
                    </a:p>
                  </a:txBody>
                  <a:tcPr/>
                </a:tc>
                <a:tc>
                  <a:txBody>
                    <a:bodyPr/>
                    <a:lstStyle/>
                    <a:p>
                      <a:r>
                        <a:rPr lang="vi-VN"/>
                        <a:t>149</a:t>
                      </a:r>
                      <a:endParaRPr lang="en-US"/>
                    </a:p>
                  </a:txBody>
                  <a:tcPr/>
                </a:tc>
                <a:extLst>
                  <a:ext uri="{0D108BD9-81ED-4DB2-BD59-A6C34878D82A}">
                    <a16:rowId xmlns:a16="http://schemas.microsoft.com/office/drawing/2014/main" val="10004"/>
                  </a:ext>
                </a:extLst>
              </a:tr>
              <a:tr h="370840">
                <a:tc>
                  <a:txBody>
                    <a:bodyPr/>
                    <a:lstStyle/>
                    <a:p>
                      <a:r>
                        <a:rPr lang="vi-VN"/>
                        <a:t>Kỹ thuật phần mềm </a:t>
                      </a:r>
                      <a:endParaRPr lang="en-US"/>
                    </a:p>
                  </a:txBody>
                  <a:tcPr/>
                </a:tc>
                <a:tc>
                  <a:txBody>
                    <a:bodyPr/>
                    <a:lstStyle/>
                    <a:p>
                      <a:r>
                        <a:rPr lang="vi-VN"/>
                        <a:t>266</a:t>
                      </a:r>
                      <a:endParaRPr lang="en-US"/>
                    </a:p>
                  </a:txBody>
                  <a:tcPr/>
                </a:tc>
                <a:extLst>
                  <a:ext uri="{0D108BD9-81ED-4DB2-BD59-A6C34878D82A}">
                    <a16:rowId xmlns:a16="http://schemas.microsoft.com/office/drawing/2014/main" val="10005"/>
                  </a:ext>
                </a:extLst>
              </a:tr>
              <a:tr h="370840">
                <a:tc>
                  <a:txBody>
                    <a:bodyPr/>
                    <a:lstStyle/>
                    <a:p>
                      <a:r>
                        <a:rPr lang="vi-VN"/>
                        <a:t>Hệ thống thông tin </a:t>
                      </a:r>
                      <a:endParaRPr lang="en-US"/>
                    </a:p>
                  </a:txBody>
                  <a:tcPr/>
                </a:tc>
                <a:tc>
                  <a:txBody>
                    <a:bodyPr/>
                    <a:lstStyle/>
                    <a:p>
                      <a:r>
                        <a:rPr lang="vi-VN"/>
                        <a:t>135</a:t>
                      </a:r>
                      <a:endParaRPr lang="en-US"/>
                    </a:p>
                  </a:txBody>
                  <a:tcPr/>
                </a:tc>
                <a:extLst>
                  <a:ext uri="{0D108BD9-81ED-4DB2-BD59-A6C34878D82A}">
                    <a16:rowId xmlns:a16="http://schemas.microsoft.com/office/drawing/2014/main" val="10006"/>
                  </a:ext>
                </a:extLst>
              </a:tr>
              <a:tr h="370840">
                <a:tc>
                  <a:txBody>
                    <a:bodyPr/>
                    <a:lstStyle/>
                    <a:p>
                      <a:r>
                        <a:rPr lang="vi-VN"/>
                        <a:t>Khoa học máy tính </a:t>
                      </a:r>
                      <a:endParaRPr lang="en-US"/>
                    </a:p>
                  </a:txBody>
                  <a:tcPr/>
                </a:tc>
                <a:tc>
                  <a:txBody>
                    <a:bodyPr/>
                    <a:lstStyle/>
                    <a:p>
                      <a:r>
                        <a:rPr lang="vi-VN"/>
                        <a:t>178</a:t>
                      </a:r>
                      <a:endParaRPr lang="en-US"/>
                    </a:p>
                  </a:txBody>
                  <a:tcPr/>
                </a:tc>
                <a:extLst>
                  <a:ext uri="{0D108BD9-81ED-4DB2-BD59-A6C34878D82A}">
                    <a16:rowId xmlns:a16="http://schemas.microsoft.com/office/drawing/2014/main" val="10007"/>
                  </a:ext>
                </a:extLst>
              </a:tr>
              <a:tr h="370840">
                <a:tc>
                  <a:txBody>
                    <a:bodyPr/>
                    <a:lstStyle/>
                    <a:p>
                      <a:r>
                        <a:rPr lang="vi-VN"/>
                        <a:t>Tin học ứng dụng </a:t>
                      </a:r>
                      <a:endParaRPr lang="en-US"/>
                    </a:p>
                  </a:txBody>
                  <a:tcPr/>
                </a:tc>
                <a:tc>
                  <a:txBody>
                    <a:bodyPr/>
                    <a:lstStyle/>
                    <a:p>
                      <a:r>
                        <a:rPr lang="vi-VN"/>
                        <a:t>32</a:t>
                      </a:r>
                      <a:endParaRPr lang="en-US"/>
                    </a:p>
                  </a:txBody>
                  <a:tcPr/>
                </a:tc>
                <a:extLst>
                  <a:ext uri="{0D108BD9-81ED-4DB2-BD59-A6C34878D82A}">
                    <a16:rowId xmlns:a16="http://schemas.microsoft.com/office/drawing/2014/main" val="10008"/>
                  </a:ext>
                </a:extLst>
              </a:tr>
              <a:tr h="370840">
                <a:tc>
                  <a:txBody>
                    <a:bodyPr/>
                    <a:lstStyle/>
                    <a:p>
                      <a:r>
                        <a:rPr lang="vi-VN"/>
                        <a:t>Tổng </a:t>
                      </a:r>
                      <a:endParaRPr lang="en-US"/>
                    </a:p>
                  </a:txBody>
                  <a:tcPr/>
                </a:tc>
                <a:tc>
                  <a:txBody>
                    <a:bodyPr/>
                    <a:lstStyle/>
                    <a:p>
                      <a:r>
                        <a:rPr lang="vi-VN" dirty="0"/>
                        <a:t>1251</a:t>
                      </a:r>
                    </a:p>
                  </a:txBody>
                  <a:tcPr/>
                </a:tc>
                <a:extLst>
                  <a:ext uri="{0D108BD9-81ED-4DB2-BD59-A6C34878D82A}">
                    <a16:rowId xmlns:a16="http://schemas.microsoft.com/office/drawing/2014/main" val="10009"/>
                  </a:ext>
                </a:extLst>
              </a:tr>
            </a:tbl>
          </a:graphicData>
        </a:graphic>
      </p:graphicFrame>
      <p:sp>
        <p:nvSpPr>
          <p:cNvPr id="2" name="Curved Up Arrow 1">
            <a:hlinkClick r:id="rId2" action="ppaction://hlinksldjump"/>
          </p:cNvPr>
          <p:cNvSpPr/>
          <p:nvPr/>
        </p:nvSpPr>
        <p:spPr>
          <a:xfrm>
            <a:off x="8077200" y="457200"/>
            <a:ext cx="685800" cy="533400"/>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Slide Number Placeholder 2">
            <a:extLst>
              <a:ext uri="{FF2B5EF4-FFF2-40B4-BE49-F238E27FC236}">
                <a16:creationId xmlns:a16="http://schemas.microsoft.com/office/drawing/2014/main" id="{2205DFE3-4DC9-B5C8-22E3-D33447236007}"/>
              </a:ext>
            </a:extLst>
          </p:cNvPr>
          <p:cNvSpPr>
            <a:spLocks noGrp="1"/>
          </p:cNvSpPr>
          <p:nvPr>
            <p:ph type="sldNum" sz="quarter" idx="12"/>
          </p:nvPr>
        </p:nvSpPr>
        <p:spPr/>
        <p:txBody>
          <a:bodyPr/>
          <a:lstStyle/>
          <a:p>
            <a:fld id="{0F4F63AB-74FF-4D4D-9C96-7E67E70BF8FF}" type="slidenum">
              <a:rPr lang="en-US" altLang="en-US" smtClean="0"/>
              <a:pPr/>
              <a:t>8</a:t>
            </a:fld>
            <a:endParaRPr lang="en-US" altLang="en-US"/>
          </a:p>
        </p:txBody>
      </p:sp>
    </p:spTree>
    <p:extLst>
      <p:ext uri="{BB962C8B-B14F-4D97-AF65-F5344CB8AC3E}">
        <p14:creationId xmlns:p14="http://schemas.microsoft.com/office/powerpoint/2010/main" val="365132725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25602"/>
                                        </p:tgtEl>
                                        <p:attrNameLst>
                                          <p:attrName>style.visibility</p:attrName>
                                        </p:attrNameLst>
                                      </p:cBhvr>
                                      <p:to>
                                        <p:strVal val="visible"/>
                                      </p:to>
                                    </p:set>
                                    <p:animEffect transition="in" filter="barn(inVertical)">
                                      <p:cBhvr>
                                        <p:cTn id="7" dur="500"/>
                                        <p:tgtEl>
                                          <p:spTgt spid="2560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25603">
                                            <p:txEl>
                                              <p:pRg st="0" end="0"/>
                                            </p:txEl>
                                          </p:spTgt>
                                        </p:tgtEl>
                                        <p:attrNameLst>
                                          <p:attrName>style.visibility</p:attrName>
                                        </p:attrNameLst>
                                      </p:cBhvr>
                                      <p:to>
                                        <p:strVal val="visible"/>
                                      </p:to>
                                    </p:set>
                                    <p:animEffect transition="in" filter="barn(inVertical)">
                                      <p:cBhvr>
                                        <p:cTn id="10" dur="500"/>
                                        <p:tgtEl>
                                          <p:spTgt spid="25603">
                                            <p:txEl>
                                              <p:pRg st="0" end="0"/>
                                            </p:txEl>
                                          </p:spTgt>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25603">
                                            <p:txEl>
                                              <p:pRg st="2" end="2"/>
                                            </p:txEl>
                                          </p:spTgt>
                                        </p:tgtEl>
                                        <p:attrNameLst>
                                          <p:attrName>style.visibility</p:attrName>
                                        </p:attrNameLst>
                                      </p:cBhvr>
                                      <p:to>
                                        <p:strVal val="visible"/>
                                      </p:to>
                                    </p:set>
                                    <p:animEffect transition="in" filter="barn(inVertical)">
                                      <p:cBhvr>
                                        <p:cTn id="13" dur="500"/>
                                        <p:tgtEl>
                                          <p:spTgt spid="25603">
                                            <p:txEl>
                                              <p:pRg st="2" end="2"/>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barn(inVertical)">
                                      <p:cBhvr>
                                        <p:cTn id="16" dur="500"/>
                                        <p:tgtEl>
                                          <p:spTgt spid="6"/>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barn(inVertical)">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p:bldP spid="25603" grpId="0" build="p"/>
      <p:bldP spid="2" grpId="0" animBg="1"/>
    </p:bld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811</TotalTime>
  <Words>372</Words>
  <Application>Microsoft Office PowerPoint</Application>
  <PresentationFormat>On-screen Show (4:3)</PresentationFormat>
  <Paragraphs>75</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Times New Roman</vt:lpstr>
      <vt:lpstr>Wingdings</vt:lpstr>
      <vt:lpstr>Default Design</vt:lpstr>
      <vt:lpstr>BỐ CỤC MỘT BÀI HUYẾT TRÌNH </vt:lpstr>
      <vt:lpstr>Giới thiệu</vt:lpstr>
      <vt:lpstr>Phần mở đầu</vt:lpstr>
      <vt:lpstr>Phần chính </vt:lpstr>
      <vt:lpstr>Phần kết</vt:lpstr>
      <vt:lpstr>PowerPoint Presentation</vt:lpstr>
      <vt:lpstr>Ví dụ: sử dụng một đoạn trích dẫn khi giới thiệu</vt:lpstr>
      <vt:lpstr>Ví dụ minh chứng một vấn đề </vt:lpstr>
    </vt:vector>
  </TitlesOfParts>
  <Company>CANTHO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LRC</dc:creator>
  <cp:lastModifiedBy>TRÂN ĐOÀN HUỲNH NHÃ</cp:lastModifiedBy>
  <cp:revision>62</cp:revision>
  <dcterms:created xsi:type="dcterms:W3CDTF">2008-08-06T06:37:20Z</dcterms:created>
  <dcterms:modified xsi:type="dcterms:W3CDTF">2026-02-05T10:18:33Z</dcterms:modified>
</cp:coreProperties>
</file>