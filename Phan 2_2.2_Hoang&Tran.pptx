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7" r:id="rId7"/>
    <p:sldId id="262" r:id="rId8"/>
    <p:sldId id="263" r:id="rId9"/>
    <p:sldId id="265" r:id="rId10"/>
    <p:sldId id="266" r:id="rId11"/>
    <p:sldId id="268" r:id="rId12"/>
    <p:sldId id="269" r:id="rId13"/>
    <p:sldId id="270" r:id="rId14"/>
    <p:sldId id="271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0193A-2AF7-480C-9628-005FF1D9E095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6698B5-DA81-40A8-B256-B4C96E27C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637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 baseline="0">
                <a:latin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A7AD3A2-4B78-B854-E968-110A84967B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sz="24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AF999-45BD-D749-4B54-3FEF83802E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3594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1pPr>
              <a:defRPr b="1"/>
            </a:lvl1pPr>
            <a:lvl2pPr>
              <a:buFont typeface="Arial" panose="020B0604020202020204" pitchFamily="34" charset="0"/>
              <a:buChar char="–"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vi-VN" dirty="0"/>
              <a:t>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07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14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48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47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9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5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65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375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21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612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0770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938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62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00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065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01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09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5" y="5883275"/>
            <a:ext cx="65584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Thơ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14B087-5DBA-1720-251C-916DCBE3AA0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418" y="618517"/>
            <a:ext cx="1366807" cy="136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186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914400" indent="-4572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–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23434-2E15-C7B6-F864-4368722E3B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ĐẠI HỌC CẦN THƠ – QUÁ TRÌNH HÌNH THÀNH VÀ PHÁT TRIỂN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68009A-BF5D-DCBE-CDD1-2887D657B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4160837"/>
            <a:ext cx="8689976" cy="1371599"/>
          </a:xfrm>
        </p:spPr>
        <p:txBody>
          <a:bodyPr/>
          <a:lstStyle/>
          <a:p>
            <a:r>
              <a:rPr lang="vi-VN" dirty="0"/>
              <a:t>TS. NGUYỄN VĂN 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29AE7-DA8C-028B-3096-B149BF2E4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514010" y="6169742"/>
            <a:ext cx="764215" cy="365125"/>
          </a:xfrm>
        </p:spPr>
        <p:txBody>
          <a:bodyPr/>
          <a:lstStyle/>
          <a:p>
            <a:r>
              <a:rPr lang="vi-VN" sz="2800" b="1" dirty="0">
                <a:latin typeface="+mj-lt"/>
              </a:rPr>
              <a:t>1</a:t>
            </a:r>
          </a:p>
          <a:p>
            <a:endParaRPr lang="en-US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24C0A-37FC-5D2E-DCDD-DE34709EF5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870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79D11-80C8-E1DD-8F0B-B1B87C113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NỘI DUNG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B82BB-64F5-B095-F203-3C0434142CC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latin typeface="Bold"/>
              </a:rPr>
              <a:t>THỜI KỲ VIỆN ĐẠI HỌC CẦN THƠ (1966 – 1975)</a:t>
            </a:r>
          </a:p>
          <a:p>
            <a:r>
              <a:rPr lang="vi-VN" b="1" dirty="0">
                <a:latin typeface="Bold"/>
              </a:rPr>
              <a:t>Đhct giai đoạn sau năm 1975</a:t>
            </a:r>
          </a:p>
          <a:p>
            <a:endParaRPr lang="en-US" b="1" dirty="0">
              <a:latin typeface="Bold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2004D1-5852-0FF6-6DF0-D42144AFB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4D3E8-C860-2959-FBE4-0DB705DB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8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66E92-E6E2-62FD-7567-12A432ADB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Thời kỳ viện đại học cần thơ (1966 – 1975)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75F9F-57C1-73E0-89D6-16DCC8C6300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 dirty="0"/>
              <a:t>Được thành lập ngày 31 tháng 03 năm 1966</a:t>
            </a:r>
          </a:p>
          <a:p>
            <a:r>
              <a:rPr lang="vi-VN" dirty="0"/>
              <a:t>Viện đại học cần thơ có bốn khoa</a:t>
            </a:r>
          </a:p>
          <a:p>
            <a:pPr lvl="1"/>
            <a:r>
              <a:rPr lang="vi-VN" dirty="0"/>
              <a:t>Khoa học</a:t>
            </a:r>
          </a:p>
          <a:p>
            <a:pPr lvl="1"/>
            <a:r>
              <a:rPr lang="vi-VN" dirty="0"/>
              <a:t>Luật khoa</a:t>
            </a:r>
          </a:p>
          <a:p>
            <a:pPr lvl="1"/>
            <a:r>
              <a:rPr lang="vi-VN" dirty="0"/>
              <a:t>Khoa học xã hội, văn khoa, sư phạm</a:t>
            </a:r>
          </a:p>
          <a:p>
            <a:pPr lvl="1"/>
            <a:r>
              <a:rPr lang="vi-VN" dirty="0"/>
              <a:t>Cao đẳng nông nghiệp và trung tâm sinh ngữ</a:t>
            </a:r>
          </a:p>
          <a:p>
            <a:pPr lvl="1"/>
            <a:endParaRPr lang="vi-V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AD6E8-4F48-A988-62AC-13DF5D469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3DE77-E4F2-3F55-AF12-A28E95E02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32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6859-F64B-AB57-8FE8-9C1BC4490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Thời kỳ viện đại học cần thơ (1966 – 1975)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EF85D-C74F-2C89-0206-5815DDCF644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 dirty="0"/>
              <a:t>Cơ sở vật chất của viện đại học cần thơ tọa lạc trên 4 địa điểm</a:t>
            </a:r>
          </a:p>
          <a:p>
            <a:pPr lvl="1"/>
            <a:r>
              <a:rPr lang="vi-VN" dirty="0"/>
              <a:t>Tòa viện trưởng (số 5, đại lộ hòa bình)</a:t>
            </a:r>
          </a:p>
          <a:p>
            <a:pPr lvl="1"/>
            <a:r>
              <a:rPr lang="vi-VN" dirty="0"/>
              <a:t>Khu i (đường 30/4)</a:t>
            </a:r>
          </a:p>
          <a:p>
            <a:pPr lvl="1"/>
            <a:r>
              <a:rPr lang="vi-VN" dirty="0"/>
              <a:t>Khu ii (đường 3/2)</a:t>
            </a:r>
          </a:p>
          <a:p>
            <a:pPr lvl="1"/>
            <a:r>
              <a:rPr lang="vi-VN" dirty="0"/>
              <a:t>Khu iii (số 1, lý tự trọng)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68C27-6079-3498-A7B2-151923628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9920C-240F-222B-C0D4-337BEEF9E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69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12AC-4611-9257-04DC-008A615B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EF341-42DA-6DCF-F45D-10EA72BD0D9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dirty="0"/>
              <a:t>Viện đại học cần thơ được đổi thành đhct</a:t>
            </a:r>
          </a:p>
          <a:p>
            <a:r>
              <a:rPr lang="vi-VN" dirty="0"/>
              <a:t>Cơ cấu đhct hiện nay</a:t>
            </a:r>
          </a:p>
          <a:p>
            <a:pPr lvl="1"/>
            <a:r>
              <a:rPr lang="vi-VN" dirty="0"/>
              <a:t>Khoa – viện</a:t>
            </a:r>
          </a:p>
          <a:p>
            <a:pPr lvl="1"/>
            <a:r>
              <a:rPr lang="vi-VN" dirty="0"/>
              <a:t>Trung tâm – trung tam đào tạo</a:t>
            </a:r>
          </a:p>
          <a:p>
            <a:pPr lvl="1"/>
            <a:r>
              <a:rPr lang="vi-VN" dirty="0"/>
              <a:t>Phòng ban chức năng</a:t>
            </a:r>
          </a:p>
          <a:p>
            <a:pPr lvl="1"/>
            <a:r>
              <a:rPr lang="vi-VN" dirty="0"/>
              <a:t>Đoàn thể &amp; hội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D275C4-1BFD-CCCC-C1D9-C154C078E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909B9-4DFE-F8DF-B5A0-8E649A0A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1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234D-5210-8458-85AE-DBE6B2CA1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1F00D-9372-FACC-69E4-88C49116C60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vi-VN" dirty="0"/>
              <a:t>NGÀY 14/1/1998, TRƯỜNG ĐHCT KHÁNH THÀNH KHOA KHOA HỌC</a:t>
            </a:r>
          </a:p>
          <a:p>
            <a:pPr lvl="1"/>
            <a:r>
              <a:rPr lang="vi-VN" dirty="0"/>
              <a:t>CƠ SỞ VẬT CHẤT</a:t>
            </a:r>
          </a:p>
          <a:p>
            <a:pPr lvl="2"/>
            <a:r>
              <a:rPr lang="vi-VN" dirty="0"/>
              <a:t>12 PHÒNG THÍ NGHIỆM (PTN) CHO SINH, HÓA, VẬT LÝ</a:t>
            </a:r>
          </a:p>
          <a:p>
            <a:pPr lvl="2"/>
            <a:r>
              <a:rPr lang="vi-VN" dirty="0"/>
              <a:t>06 PHÒNG MÁY TÍNH ĐƯỢC NỐI MẠNG VỚI NHAU 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B2179-61B1-785F-71D3-1E1F243D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AF9EE-9AF7-D674-75E1-7CF496EEC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83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F532B-6D8E-8123-33C9-421748929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F715C-C2DD-6F30-2781-7C2A81D814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vi-VN" dirty="0"/>
              <a:t>Cơ sở vật chất</a:t>
            </a:r>
          </a:p>
          <a:p>
            <a:pPr lvl="2"/>
            <a:r>
              <a:rPr lang="vi-VN" dirty="0"/>
              <a:t>Vp khoa và xưởng sửa chửa</a:t>
            </a:r>
          </a:p>
          <a:p>
            <a:pPr lvl="2"/>
            <a:r>
              <a:rPr lang="vi-VN" dirty="0"/>
              <a:t>Năm 2010, trường đã đầu tư mở rộng khu ptn của khoa</a:t>
            </a:r>
          </a:p>
          <a:p>
            <a:pPr lvl="2"/>
            <a:r>
              <a:rPr lang="vi-VN" dirty="0"/>
              <a:t>Xây mới khu nhà 3 tầng với 22 phòng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DA2F55-EBDD-0388-A3C2-BAA5E8E2A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B18DA-AC69-D2F5-3239-1578CE22E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908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2EE4-8E74-C0F4-D1E9-C5E97586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43F81-E94D-AB4D-F386-A3B02ADBE58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vi-VN" dirty="0"/>
              <a:t>KHOA KHTN HIỆN NAY GỒM 04 BỘ MÔN</a:t>
            </a:r>
          </a:p>
          <a:p>
            <a:pPr lvl="2"/>
            <a:r>
              <a:rPr lang="vi-VN" dirty="0"/>
              <a:t>BỘ MÔN SINH HỌC</a:t>
            </a:r>
          </a:p>
          <a:p>
            <a:pPr lvl="2"/>
            <a:r>
              <a:rPr lang="vi-VN" dirty="0"/>
              <a:t>BỘ MÔN HÓA HỌC</a:t>
            </a:r>
          </a:p>
          <a:p>
            <a:pPr lvl="2"/>
            <a:r>
              <a:rPr lang="vi-VN" dirty="0"/>
              <a:t>BỘ MÔN TOÁN HỌC</a:t>
            </a:r>
          </a:p>
          <a:p>
            <a:pPr lvl="2"/>
            <a:r>
              <a:rPr lang="vi-VN" dirty="0"/>
              <a:t>BỘ MÔN VẬT LÝ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4B70F-DD6B-A39F-DD97-ED2F450B4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5A172-4A07-1E3F-DC92-74328A1E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53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4FA25-F04C-B54D-29A2-551E37F3E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A7DC4-8089-BF64-A67E-267D30CE5C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vi-VN" dirty="0"/>
              <a:t>CÔNG TÁC ĐÀO TẠO</a:t>
            </a:r>
          </a:p>
          <a:p>
            <a:pPr lvl="2"/>
            <a:r>
              <a:rPr lang="vi-VN" dirty="0"/>
              <a:t>ĐẠI HỌC:.....</a:t>
            </a:r>
          </a:p>
          <a:p>
            <a:pPr lvl="2"/>
            <a:r>
              <a:rPr lang="vi-VN" dirty="0"/>
              <a:t>SĐH:.....</a:t>
            </a:r>
          </a:p>
          <a:p>
            <a:pPr lvl="1"/>
            <a:r>
              <a:rPr lang="vi-VN" dirty="0"/>
              <a:t>CÔNG TÁC NCKH, BÁO CÁO CHUYÊN ĐỀ:.....</a:t>
            </a:r>
          </a:p>
          <a:p>
            <a:pPr lvl="1"/>
            <a:r>
              <a:rPr lang="vi-VN" dirty="0"/>
              <a:t>CÔNG TÁC ĐÀO TẠO VÀ BỒI DƯỠNG CÁN BỘ:.....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4F80E-9D3E-809A-E07F-D0F4E9619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AC5A7-8C1A-36C0-263C-A8111703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17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1945D-B7DD-8ADA-4BE5-40CEF41A3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06905-980F-9A09-96C5-23680675E2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3" y="2367092"/>
            <a:ext cx="10894769" cy="3424107"/>
          </a:xfrm>
        </p:spPr>
        <p:txBody>
          <a:bodyPr>
            <a:normAutofit fontScale="92500"/>
          </a:bodyPr>
          <a:lstStyle/>
          <a:p>
            <a:r>
              <a:rPr lang="vi-VN" b="1" dirty="0">
                <a:solidFill>
                  <a:srgbClr val="00B0F0"/>
                </a:solidFill>
                <a:hlinkClick r:id="rId2"/>
              </a:rPr>
              <a:t>KHOA CNTT &amp; TT</a:t>
            </a:r>
            <a:endParaRPr lang="vi-VN" b="1" dirty="0">
              <a:solidFill>
                <a:srgbClr val="00B0F0"/>
              </a:solidFill>
            </a:endParaRPr>
          </a:p>
          <a:p>
            <a:pPr lvl="1"/>
            <a:r>
              <a:rPr lang="vi-VN" dirty="0"/>
              <a:t>ĐƯỢC THÀNH LẬP NĂM 1994 TRÊN CƠ SỞ TRUNG TÂM ĐIỆN TỬ VÀ TIN HỌC</a:t>
            </a:r>
          </a:p>
          <a:p>
            <a:pPr lvl="1"/>
            <a:r>
              <a:rPr lang="vi-VN" dirty="0"/>
              <a:t>NHIỆM VỤ CỦA KHOA LÀ ĐÀO TẠO</a:t>
            </a:r>
          </a:p>
          <a:p>
            <a:pPr lvl="2"/>
            <a:r>
              <a:rPr lang="vi-VN" dirty="0"/>
              <a:t>ĐẠI HỌC VÀ SAU ĐẠI HỌC</a:t>
            </a:r>
          </a:p>
          <a:p>
            <a:pPr lvl="2"/>
            <a:r>
              <a:rPr lang="vi-VN" dirty="0"/>
              <a:t>NCKH VÀ CHUYỂN GIAO CÔNG NGHỆ TRONG LĨNH VỰC  CNTT&amp;TT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2282FE-4F53-5D28-4B39-863A1A6D6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6A30F-8785-F202-1124-6FA7CC9E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25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DED6E-17D5-FF26-FB41-CA42D0EC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DE9EE-3BE3-2805-2F8E-CCF0A09DEFD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>
                <a:solidFill>
                  <a:srgbClr val="00B0F0"/>
                </a:solidFill>
              </a:rPr>
              <a:t>KHOA CNTT &amp; TT</a:t>
            </a:r>
          </a:p>
          <a:p>
            <a:pPr lvl="1"/>
            <a:r>
              <a:rPr lang="vi-VN" dirty="0"/>
              <a:t>TẦM NHÌN ĐẾN NĂM 2020</a:t>
            </a:r>
          </a:p>
          <a:p>
            <a:pPr lvl="2"/>
            <a:r>
              <a:rPr lang="vi-VN" dirty="0"/>
              <a:t>ĐƠN VỊ ĐÀO TẠO VÀ</a:t>
            </a:r>
          </a:p>
          <a:p>
            <a:pPr lvl="2"/>
            <a:r>
              <a:rPr lang="vi-VN" dirty="0"/>
              <a:t>NGHIÊN CỨU KHOA HỌC VỀ CNTT&amp;TT MẠNH CỦA CẢ NƯỚC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8151A-1732-C813-A8D3-348711736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0A366F-D138-58D6-6E08-4BA059A83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22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95EED-096F-DD5B-7393-C7F711BC8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80FA7-7B8D-29B7-5E51-2A77204D0E6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vi-VN" dirty="0">
                <a:solidFill>
                  <a:srgbClr val="00B0F0"/>
                </a:solidFill>
              </a:rPr>
              <a:t>KHOA CNTT &amp; TT</a:t>
            </a:r>
          </a:p>
          <a:p>
            <a:pPr lvl="1"/>
            <a:r>
              <a:rPr lang="vi-VN" dirty="0"/>
              <a:t>CÁC BỘ MÔN VÀ TRUNG TÂM</a:t>
            </a:r>
          </a:p>
          <a:p>
            <a:pPr lvl="2"/>
            <a:r>
              <a:rPr lang="vi-VN" dirty="0"/>
              <a:t>BỘ MÔN HỆ THỐNG THÔNG TIN</a:t>
            </a:r>
          </a:p>
          <a:p>
            <a:pPr lvl="2"/>
            <a:r>
              <a:rPr lang="vi-VN" dirty="0"/>
              <a:t>BỘ MÔN MẠNG MÁY TÍNH &amp; TRUYỀN THÔNG</a:t>
            </a:r>
          </a:p>
          <a:p>
            <a:pPr lvl="2"/>
            <a:r>
              <a:rPr lang="vi-VN" dirty="0"/>
              <a:t>BỘ MÔN CÔNG NGHỆ PHẦN MỀM</a:t>
            </a:r>
          </a:p>
          <a:p>
            <a:pPr lvl="2"/>
            <a:r>
              <a:rPr lang="vi-VN" dirty="0"/>
              <a:t>BỘ MÔN KHOA HỌC MÁY TÍNH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F6D0C0-99DE-ECF7-4D85-480432227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34C6F8-3954-A9C3-64BD-F66E04FF0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98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0A24-FFE2-8018-AEFA-0580DA1EC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BA517-C840-24C0-7384-49DDBD65E06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>
                <a:solidFill>
                  <a:srgbClr val="00B0F0"/>
                </a:solidFill>
              </a:rPr>
              <a:t>KHOA CNTT &amp; TT</a:t>
            </a:r>
          </a:p>
          <a:p>
            <a:pPr lvl="1"/>
            <a:r>
              <a:rPr lang="vi-VN" dirty="0"/>
              <a:t>CÁC BỘ MÔN VÀ TRUNG TÂM</a:t>
            </a:r>
          </a:p>
          <a:p>
            <a:pPr lvl="2"/>
            <a:r>
              <a:rPr lang="vi-VN" dirty="0"/>
              <a:t>BỘ MÔN CÔNG NGHỆ THÔNG TIN</a:t>
            </a:r>
          </a:p>
          <a:p>
            <a:pPr lvl="2"/>
            <a:r>
              <a:rPr lang="vi-VN" dirty="0"/>
              <a:t>BỘ MÔN TIN HỌC ỨNG DỤNG</a:t>
            </a:r>
          </a:p>
          <a:p>
            <a:pPr lvl="2"/>
            <a:r>
              <a:rPr lang="vi-VN" dirty="0"/>
              <a:t>TỔ VĂN PHÒNG</a:t>
            </a:r>
          </a:p>
          <a:p>
            <a:pPr lvl="2"/>
            <a:r>
              <a:rPr lang="vi-VN" dirty="0"/>
              <a:t>TRUNG TÂM ĐIỆN TỬ &amp; TIN HỌC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4F5482-ECED-6ECA-1B82-7779F4541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A7B8D-30CB-A1BE-8671-6332F454C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918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3346F-D633-EF8E-F84B-09B1482E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30911"/>
            <a:ext cx="10364451" cy="1596177"/>
          </a:xfrm>
        </p:spPr>
        <p:txBody>
          <a:bodyPr/>
          <a:lstStyle/>
          <a:p>
            <a:r>
              <a:rPr lang="vi-VN" dirty="0"/>
              <a:t>CẢM ƠN SỰ CHÚ Ý CỦA QUÝ VỊ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61950E-61FD-74DE-DCFC-E88A809FD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E7518-E77D-B5A3-C5F1-740428FCD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C6DDB-B27E-4554-A045-3181C94060A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1350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126</TotalTime>
  <Words>623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Aptos</vt:lpstr>
      <vt:lpstr>Arial</vt:lpstr>
      <vt:lpstr>Bold</vt:lpstr>
      <vt:lpstr>Times New Roman</vt:lpstr>
      <vt:lpstr>Wingdings</vt:lpstr>
      <vt:lpstr>Droplet</vt:lpstr>
      <vt:lpstr>ĐẠI HỌC CẦN THƠ – QUÁ TRÌNH HÌNH THÀNH VÀ PHÁT TRIỂN</vt:lpstr>
      <vt:lpstr>NỘI DUNG</vt:lpstr>
      <vt:lpstr>Thời kỳ viện đại học cần thơ (1966 – 1975)</vt:lpstr>
      <vt:lpstr>Thời kỳ viện đại học cần thơ (1966 –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CẢM ƠN SỰ CHÚ Ý CỦA QUÝ VỊ </vt:lpstr>
      <vt:lpstr>KHTN</vt:lpstr>
      <vt:lpstr>CNTT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TRÂN ĐOÀN HUỲNH NHÃ</dc:creator>
  <cp:lastModifiedBy>TRÂN ĐOÀN HUỲNH NHÃ</cp:lastModifiedBy>
  <cp:revision>7</cp:revision>
  <dcterms:created xsi:type="dcterms:W3CDTF">2026-01-29T01:19:08Z</dcterms:created>
  <dcterms:modified xsi:type="dcterms:W3CDTF">2026-02-05T10:42:55Z</dcterms:modified>
</cp:coreProperties>
</file>